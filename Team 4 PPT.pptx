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1"/>
  </p:notesMasterIdLst>
  <p:sldIdLst>
    <p:sldId id="256" r:id="rId2"/>
    <p:sldId id="273" r:id="rId3"/>
    <p:sldId id="257" r:id="rId4"/>
    <p:sldId id="267" r:id="rId5"/>
    <p:sldId id="258" r:id="rId6"/>
    <p:sldId id="259" r:id="rId7"/>
    <p:sldId id="263" r:id="rId8"/>
    <p:sldId id="260" r:id="rId9"/>
    <p:sldId id="264" r:id="rId10"/>
    <p:sldId id="272" r:id="rId11"/>
    <p:sldId id="270" r:id="rId12"/>
    <p:sldId id="265" r:id="rId13"/>
    <p:sldId id="266" r:id="rId14"/>
    <p:sldId id="261" r:id="rId15"/>
    <p:sldId id="268" r:id="rId16"/>
    <p:sldId id="262" r:id="rId17"/>
    <p:sldId id="275" r:id="rId18"/>
    <p:sldId id="277" r:id="rId19"/>
    <p:sldId id="278" r:id="rId2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30" dt="2026-09-16T04:56:51.630"/>
    <p1510:client id="{014113FA-A770-26B6-C0F7-2A18E5208F67}" v="2" dt="2026-09-16T01:16:36.855"/>
    <p1510:client id="{1B4702AB-D6AA-B107-9959-C558B33598D4}" v="426" dt="2026-09-16T02:20:39.837"/>
    <p1510:client id="{52428335-EC29-46B1-B915-D75E875375DD}" v="137" dt="2026-09-15T13:51:14.540"/>
    <p1510:client id="{855CD8DC-C25E-4098-AE21-DCE26B636798}" v="1722" dt="2026-09-16T04:57:19.153"/>
    <p1510:client id="{975F9EB5-038E-DA2B-04E1-8749A24FC140}" v="1908" vWet="1910" dt="2026-09-15T17:27:55.849"/>
    <p1510:client id="{A2E988CE-E7B4-5F7F-79D5-C8A959C61352}" v="100" dt="2026-09-16T01:33:08.461"/>
    <p1510:client id="{F75B341B-AB02-3DAB-9F01-1E1A445B3268}" v="61" dt="2026-09-15T17:25:31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32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75B341B-AB02-3DAB-9F01-1E1A445B3268}"/>
    <pc:docChg chg="addSld delSld modSld">
      <pc:chgData name="Guest User" userId="" providerId="Windows Live" clId="Web-{F75B341B-AB02-3DAB-9F01-1E1A445B3268}" dt="2026-09-15T17:25:30.340" v="56" actId="14100"/>
      <pc:docMkLst>
        <pc:docMk/>
      </pc:docMkLst>
      <pc:sldChg chg="modSp add del mod setBg">
        <pc:chgData name="Guest User" userId="" providerId="Windows Live" clId="Web-{F75B341B-AB02-3DAB-9F01-1E1A445B3268}" dt="2026-09-15T17:25:30.340" v="56" actId="14100"/>
        <pc:sldMkLst>
          <pc:docMk/>
          <pc:sldMk cId="0" sldId="256"/>
        </pc:sldMkLst>
        <pc:spChg chg="mod">
          <ac:chgData name="Guest User" userId="" providerId="Windows Live" clId="Web-{F75B341B-AB02-3DAB-9F01-1E1A445B3268}" dt="2026-09-15T17:23:37.182" v="47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uest User" userId="" providerId="Windows Live" clId="Web-{F75B341B-AB02-3DAB-9F01-1E1A445B3268}" dt="2026-09-15T17:23:46.292" v="48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uest User" userId="" providerId="Windows Live" clId="Web-{F75B341B-AB02-3DAB-9F01-1E1A445B3268}" dt="2026-09-15T17:23:59.308" v="50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uest User" userId="" providerId="Windows Live" clId="Web-{F75B341B-AB02-3DAB-9F01-1E1A445B3268}" dt="2026-09-15T17:23:50.808" v="49" actId="20577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Guest User" userId="" providerId="Windows Live" clId="Web-{F75B341B-AB02-3DAB-9F01-1E1A445B3268}" dt="2026-09-15T17:25:30.340" v="56" actId="14100"/>
          <ac:picMkLst>
            <pc:docMk/>
            <pc:sldMk cId="0" sldId="256"/>
            <ac:picMk id="16" creationId="{00000000-0000-0000-0000-000000000000}"/>
          </ac:picMkLst>
        </pc:picChg>
      </pc:sldChg>
    </pc:docChg>
  </pc:docChgLst>
  <pc:docChgLst>
    <pc:chgData name="Guest User" providerId="Windows Live" clId="Web-{014113FA-A770-26B6-C0F7-2A18E5208F67}"/>
    <pc:docChg chg="addSld modSld">
      <pc:chgData name="Guest User" userId="" providerId="Windows Live" clId="Web-{014113FA-A770-26B6-C0F7-2A18E5208F67}" dt="2026-09-16T01:16:36.855" v="1"/>
      <pc:docMkLst>
        <pc:docMk/>
      </pc:docMkLst>
      <pc:sldChg chg="new mod setBg">
        <pc:chgData name="Guest User" userId="" providerId="Windows Live" clId="Web-{014113FA-A770-26B6-C0F7-2A18E5208F67}" dt="2026-09-16T01:16:36.855" v="1"/>
        <pc:sldMkLst>
          <pc:docMk/>
          <pc:sldMk cId="2877782419" sldId="273"/>
        </pc:sldMkLst>
      </pc:sldChg>
    </pc:docChg>
  </pc:docChgLst>
  <pc:docChgLst>
    <pc:chgData name="G.Sloka Reddy" userId="ffcb5070504f4c0e" providerId="Windows Live" clId="Web-{A2E988CE-E7B4-5F7F-79D5-C8A959C61352}"/>
    <pc:docChg chg="modSld">
      <pc:chgData name="G.Sloka Reddy" userId="ffcb5070504f4c0e" providerId="Windows Live" clId="Web-{A2E988CE-E7B4-5F7F-79D5-C8A959C61352}" dt="2026-09-16T01:33:08.461" v="52" actId="14100"/>
      <pc:docMkLst>
        <pc:docMk/>
      </pc:docMkLst>
      <pc:sldChg chg="modSp">
        <pc:chgData name="G.Sloka Reddy" userId="ffcb5070504f4c0e" providerId="Windows Live" clId="Web-{A2E988CE-E7B4-5F7F-79D5-C8A959C61352}" dt="2026-09-16T01:33:08.461" v="52" actId="14100"/>
        <pc:sldMkLst>
          <pc:docMk/>
          <pc:sldMk cId="1552713051" sldId="265"/>
        </pc:sldMkLst>
        <pc:spChg chg="mod">
          <ac:chgData name="G.Sloka Reddy" userId="ffcb5070504f4c0e" providerId="Windows Live" clId="Web-{A2E988CE-E7B4-5F7F-79D5-C8A959C61352}" dt="2026-09-16T01:32:03.552" v="37" actId="20577"/>
          <ac:spMkLst>
            <pc:docMk/>
            <pc:sldMk cId="1552713051" sldId="265"/>
            <ac:spMk id="3" creationId="{8DC5455E-7BEB-5A72-A769-583D7A4F1F5F}"/>
          </ac:spMkLst>
        </pc:spChg>
        <pc:spChg chg="mod">
          <ac:chgData name="G.Sloka Reddy" userId="ffcb5070504f4c0e" providerId="Windows Live" clId="Web-{A2E988CE-E7B4-5F7F-79D5-C8A959C61352}" dt="2026-09-16T01:33:08.461" v="52" actId="14100"/>
          <ac:spMkLst>
            <pc:docMk/>
            <pc:sldMk cId="1552713051" sldId="265"/>
            <ac:spMk id="5" creationId="{D45D2125-9EF6-8F16-B372-DFE6DBB52BF3}"/>
          </ac:spMkLst>
        </pc:spChg>
      </pc:sldChg>
      <pc:sldChg chg="modSp">
        <pc:chgData name="G.Sloka Reddy" userId="ffcb5070504f4c0e" providerId="Windows Live" clId="Web-{A2E988CE-E7B4-5F7F-79D5-C8A959C61352}" dt="2026-09-16T01:29:31.467" v="8" actId="20577"/>
        <pc:sldMkLst>
          <pc:docMk/>
          <pc:sldMk cId="920851549" sldId="272"/>
        </pc:sldMkLst>
        <pc:spChg chg="mod">
          <ac:chgData name="G.Sloka Reddy" userId="ffcb5070504f4c0e" providerId="Windows Live" clId="Web-{A2E988CE-E7B4-5F7F-79D5-C8A959C61352}" dt="2026-09-16T01:29:31.467" v="8" actId="20577"/>
          <ac:spMkLst>
            <pc:docMk/>
            <pc:sldMk cId="920851549" sldId="272"/>
            <ac:spMk id="5" creationId="{64E505D4-531F-EB30-3F72-2C7341EA45EE}"/>
          </ac:spMkLst>
        </pc:spChg>
      </pc:sldChg>
    </pc:docChg>
  </pc:docChgLst>
  <pc:docChgLst>
    <pc:chgData name="G.Sloka Reddy" userId="ffcb5070504f4c0e" providerId="LiveId" clId="{16010432-1525-4501-BAA9-72F196AE17B8}"/>
    <pc:docChg chg="undo custSel addSld delSld modSld modMainMaster">
      <pc:chgData name="G.Sloka Reddy" userId="ffcb5070504f4c0e" providerId="LiveId" clId="{16010432-1525-4501-BAA9-72F196AE17B8}" dt="2026-09-16T04:57:19.153" v="1717"/>
      <pc:docMkLst>
        <pc:docMk/>
      </pc:docMkLst>
      <pc:sldChg chg="modSp mod setBg">
        <pc:chgData name="G.Sloka Reddy" userId="ffcb5070504f4c0e" providerId="LiveId" clId="{16010432-1525-4501-BAA9-72F196AE17B8}" dt="2026-09-16T04:49:23.401" v="1647"/>
        <pc:sldMkLst>
          <pc:docMk/>
          <pc:sldMk cId="0" sldId="256"/>
        </pc:sldMkLst>
        <pc:spChg chg="mod">
          <ac:chgData name="G.Sloka Reddy" userId="ffcb5070504f4c0e" providerId="LiveId" clId="{16010432-1525-4501-BAA9-72F196AE17B8}" dt="2026-09-16T02:20:36.378" v="1577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.Sloka Reddy" userId="ffcb5070504f4c0e" providerId="LiveId" clId="{16010432-1525-4501-BAA9-72F196AE17B8}" dt="2026-09-16T02:20:31.676" v="1576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G.Sloka Reddy" userId="ffcb5070504f4c0e" providerId="LiveId" clId="{16010432-1525-4501-BAA9-72F196AE17B8}" dt="2026-09-16T02:20:21.522" v="1574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.Sloka Reddy" userId="ffcb5070504f4c0e" providerId="LiveId" clId="{16010432-1525-4501-BAA9-72F196AE17B8}" dt="2026-09-16T02:20:25.732" v="1575" actId="1076"/>
          <ac:spMkLst>
            <pc:docMk/>
            <pc:sldMk cId="0" sldId="256"/>
            <ac:spMk id="25" creationId="{00000000-0000-0000-0000-000000000000}"/>
          </ac:spMkLst>
        </pc:spChg>
        <pc:picChg chg="mod">
          <ac:chgData name="G.Sloka Reddy" userId="ffcb5070504f4c0e" providerId="LiveId" clId="{16010432-1525-4501-BAA9-72F196AE17B8}" dt="2026-09-16T02:16:41.099" v="1557" actId="14100"/>
          <ac:picMkLst>
            <pc:docMk/>
            <pc:sldMk cId="0" sldId="256"/>
            <ac:picMk id="16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4:56:37.122" v="1713"/>
        <pc:sldMkLst>
          <pc:docMk/>
          <pc:sldMk cId="0" sldId="257"/>
        </pc:sldMkLst>
        <pc:picChg chg="mod">
          <ac:chgData name="G.Sloka Reddy" userId="ffcb5070504f4c0e" providerId="LiveId" clId="{16010432-1525-4501-BAA9-72F196AE17B8}" dt="2026-09-16T02:16:22.736" v="1554" actId="14100"/>
          <ac:picMkLst>
            <pc:docMk/>
            <pc:sldMk cId="0" sldId="257"/>
            <ac:picMk id="32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2:25:32.556" v="1608" actId="207"/>
        <pc:sldMkLst>
          <pc:docMk/>
          <pc:sldMk cId="0" sldId="258"/>
        </pc:sldMkLst>
        <pc:spChg chg="mod">
          <ac:chgData name="G.Sloka Reddy" userId="ffcb5070504f4c0e" providerId="LiveId" clId="{16010432-1525-4501-BAA9-72F196AE17B8}" dt="2026-09-16T02:25:32.556" v="1608" actId="207"/>
          <ac:spMkLst>
            <pc:docMk/>
            <pc:sldMk cId="0" sldId="258"/>
            <ac:spMk id="3" creationId="{A2C9E084-602B-965D-422D-F65AE9016339}"/>
          </ac:spMkLst>
        </pc:spChg>
        <pc:spChg chg="mod">
          <ac:chgData name="G.Sloka Reddy" userId="ffcb5070504f4c0e" providerId="LiveId" clId="{16010432-1525-4501-BAA9-72F196AE17B8}" dt="2026-09-16T02:24:14.637" v="1599" actId="1076"/>
          <ac:spMkLst>
            <pc:docMk/>
            <pc:sldMk cId="0" sldId="258"/>
            <ac:spMk id="48" creationId="{00000000-0000-0000-0000-000000000000}"/>
          </ac:spMkLst>
        </pc:spChg>
        <pc:picChg chg="mod">
          <ac:chgData name="G.Sloka Reddy" userId="ffcb5070504f4c0e" providerId="LiveId" clId="{16010432-1525-4501-BAA9-72F196AE17B8}" dt="2026-09-16T02:16:13.326" v="1552" actId="14100"/>
          <ac:picMkLst>
            <pc:docMk/>
            <pc:sldMk cId="0" sldId="258"/>
            <ac:picMk id="44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4:56:50.069" v="1714"/>
        <pc:sldMkLst>
          <pc:docMk/>
          <pc:sldMk cId="0" sldId="259"/>
        </pc:sldMkLst>
        <pc:picChg chg="mod">
          <ac:chgData name="G.Sloka Reddy" userId="ffcb5070504f4c0e" providerId="LiveId" clId="{16010432-1525-4501-BAA9-72F196AE17B8}" dt="2026-09-16T02:16:07.694" v="1551" actId="14100"/>
          <ac:picMkLst>
            <pc:docMk/>
            <pc:sldMk cId="0" sldId="259"/>
            <ac:picMk id="56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4:57:19.153" v="1717"/>
        <pc:sldMkLst>
          <pc:docMk/>
          <pc:sldMk cId="0" sldId="260"/>
        </pc:sldMkLst>
        <pc:picChg chg="mod">
          <ac:chgData name="G.Sloka Reddy" userId="ffcb5070504f4c0e" providerId="LiveId" clId="{16010432-1525-4501-BAA9-72F196AE17B8}" dt="2026-09-16T02:15:59.706" v="1550" actId="14100"/>
          <ac:picMkLst>
            <pc:docMk/>
            <pc:sldMk cId="0" sldId="260"/>
            <ac:picMk id="68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2:15:21.362" v="1542" actId="14100"/>
        <pc:sldMkLst>
          <pc:docMk/>
          <pc:sldMk cId="0" sldId="261"/>
        </pc:sldMkLst>
        <pc:picChg chg="mod">
          <ac:chgData name="G.Sloka Reddy" userId="ffcb5070504f4c0e" providerId="LiveId" clId="{16010432-1525-4501-BAA9-72F196AE17B8}" dt="2026-09-16T02:15:21.362" v="1542" actId="14100"/>
          <ac:picMkLst>
            <pc:docMk/>
            <pc:sldMk cId="0" sldId="261"/>
            <ac:picMk id="80" creationId="{00000000-0000-0000-0000-000000000000}"/>
          </ac:picMkLst>
        </pc:picChg>
      </pc:sldChg>
      <pc:sldChg chg="modSp mod setBg">
        <pc:chgData name="G.Sloka Reddy" userId="ffcb5070504f4c0e" providerId="LiveId" clId="{16010432-1525-4501-BAA9-72F196AE17B8}" dt="2026-09-16T02:15:09.518" v="1539" actId="14100"/>
        <pc:sldMkLst>
          <pc:docMk/>
          <pc:sldMk cId="3386643086" sldId="262"/>
        </pc:sldMkLst>
        <pc:picChg chg="mod">
          <ac:chgData name="G.Sloka Reddy" userId="ffcb5070504f4c0e" providerId="LiveId" clId="{16010432-1525-4501-BAA9-72F196AE17B8}" dt="2026-09-16T02:15:09.518" v="1539" actId="14100"/>
          <ac:picMkLst>
            <pc:docMk/>
            <pc:sldMk cId="3386643086" sldId="262"/>
            <ac:picMk id="68" creationId="{0DB8095B-6D3C-77C5-5E2F-5F49D67D069A}"/>
          </ac:picMkLst>
        </pc:picChg>
      </pc:sldChg>
      <pc:sldChg chg="addSp modSp mod">
        <pc:chgData name="G.Sloka Reddy" userId="ffcb5070504f4c0e" providerId="LiveId" clId="{16010432-1525-4501-BAA9-72F196AE17B8}" dt="2026-09-16T02:07:35.660" v="1497" actId="1076"/>
        <pc:sldMkLst>
          <pc:docMk/>
          <pc:sldMk cId="1617274719" sldId="263"/>
        </pc:sldMkLst>
        <pc:spChg chg="mod">
          <ac:chgData name="G.Sloka Reddy" userId="ffcb5070504f4c0e" providerId="LiveId" clId="{16010432-1525-4501-BAA9-72F196AE17B8}" dt="2026-09-16T01:56:43.403" v="1162" actId="20577"/>
          <ac:spMkLst>
            <pc:docMk/>
            <pc:sldMk cId="1617274719" sldId="263"/>
            <ac:spMk id="2" creationId="{410FFD9F-4519-6120-5D9D-B3AC2E930A79}"/>
          </ac:spMkLst>
        </pc:spChg>
        <pc:picChg chg="add mod">
          <ac:chgData name="G.Sloka Reddy" userId="ffcb5070504f4c0e" providerId="LiveId" clId="{16010432-1525-4501-BAA9-72F196AE17B8}" dt="2026-09-16T02:07:35.660" v="1497" actId="1076"/>
          <ac:picMkLst>
            <pc:docMk/>
            <pc:sldMk cId="1617274719" sldId="263"/>
            <ac:picMk id="4" creationId="{F93A84F3-30F4-A0F5-2416-937EC9CE5DEB}"/>
          </ac:picMkLst>
        </pc:picChg>
      </pc:sldChg>
      <pc:sldChg chg="addSp modSp mod">
        <pc:chgData name="G.Sloka Reddy" userId="ffcb5070504f4c0e" providerId="LiveId" clId="{16010432-1525-4501-BAA9-72F196AE17B8}" dt="2026-09-16T02:15:55.002" v="1549" actId="14100"/>
        <pc:sldMkLst>
          <pc:docMk/>
          <pc:sldMk cId="3275694735" sldId="264"/>
        </pc:sldMkLst>
        <pc:picChg chg="add mod">
          <ac:chgData name="G.Sloka Reddy" userId="ffcb5070504f4c0e" providerId="LiveId" clId="{16010432-1525-4501-BAA9-72F196AE17B8}" dt="2026-09-16T02:07:41.994" v="1499" actId="14100"/>
          <ac:picMkLst>
            <pc:docMk/>
            <pc:sldMk cId="3275694735" sldId="264"/>
            <ac:picMk id="4" creationId="{43159C80-290B-1177-3CF4-03B10583A0A7}"/>
          </ac:picMkLst>
        </pc:picChg>
        <pc:picChg chg="add mod">
          <ac:chgData name="G.Sloka Reddy" userId="ffcb5070504f4c0e" providerId="LiveId" clId="{16010432-1525-4501-BAA9-72F196AE17B8}" dt="2026-09-16T02:15:55.002" v="1549" actId="14100"/>
          <ac:picMkLst>
            <pc:docMk/>
            <pc:sldMk cId="3275694735" sldId="264"/>
            <ac:picMk id="7" creationId="{7D289452-5CE1-9641-D24E-03EBB85335F7}"/>
          </ac:picMkLst>
        </pc:picChg>
      </pc:sldChg>
      <pc:sldChg chg="addSp modSp mod setBg">
        <pc:chgData name="G.Sloka Reddy" userId="ffcb5070504f4c0e" providerId="LiveId" clId="{16010432-1525-4501-BAA9-72F196AE17B8}" dt="2026-09-16T02:25:41.114" v="1609" actId="207"/>
        <pc:sldMkLst>
          <pc:docMk/>
          <pc:sldMk cId="1552713051" sldId="265"/>
        </pc:sldMkLst>
        <pc:spChg chg="mod">
          <ac:chgData name="G.Sloka Reddy" userId="ffcb5070504f4c0e" providerId="LiveId" clId="{16010432-1525-4501-BAA9-72F196AE17B8}" dt="2026-09-16T02:02:48.615" v="1178" actId="1076"/>
          <ac:spMkLst>
            <pc:docMk/>
            <pc:sldMk cId="1552713051" sldId="265"/>
            <ac:spMk id="3" creationId="{8DC5455E-7BEB-5A72-A769-583D7A4F1F5F}"/>
          </ac:spMkLst>
        </pc:spChg>
        <pc:spChg chg="mod">
          <ac:chgData name="G.Sloka Reddy" userId="ffcb5070504f4c0e" providerId="LiveId" clId="{16010432-1525-4501-BAA9-72F196AE17B8}" dt="2026-09-16T02:25:41.114" v="1609" actId="207"/>
          <ac:spMkLst>
            <pc:docMk/>
            <pc:sldMk cId="1552713051" sldId="265"/>
            <ac:spMk id="5" creationId="{D45D2125-9EF6-8F16-B372-DFE6DBB52BF3}"/>
          </ac:spMkLst>
        </pc:spChg>
        <pc:picChg chg="add mod">
          <ac:chgData name="G.Sloka Reddy" userId="ffcb5070504f4c0e" providerId="LiveId" clId="{16010432-1525-4501-BAA9-72F196AE17B8}" dt="2026-09-16T02:07:59.032" v="1505" actId="14100"/>
          <ac:picMkLst>
            <pc:docMk/>
            <pc:sldMk cId="1552713051" sldId="265"/>
            <ac:picMk id="4" creationId="{3D62C7CB-6232-AACC-88A9-4E86BFAA6716}"/>
          </ac:picMkLst>
        </pc:picChg>
        <pc:picChg chg="add mod">
          <ac:chgData name="G.Sloka Reddy" userId="ffcb5070504f4c0e" providerId="LiveId" clId="{16010432-1525-4501-BAA9-72F196AE17B8}" dt="2026-09-16T02:15:35.460" v="1545" actId="14100"/>
          <ac:picMkLst>
            <pc:docMk/>
            <pc:sldMk cId="1552713051" sldId="265"/>
            <ac:picMk id="7" creationId="{FED202F0-3BE5-5423-EC03-7E391EEA5154}"/>
          </ac:picMkLst>
        </pc:picChg>
      </pc:sldChg>
      <pc:sldChg chg="addSp modSp mod">
        <pc:chgData name="G.Sloka Reddy" userId="ffcb5070504f4c0e" providerId="LiveId" clId="{16010432-1525-4501-BAA9-72F196AE17B8}" dt="2026-09-16T02:15:27.191" v="1543" actId="14100"/>
        <pc:sldMkLst>
          <pc:docMk/>
          <pc:sldMk cId="1474455623" sldId="266"/>
        </pc:sldMkLst>
        <pc:spChg chg="mod">
          <ac:chgData name="G.Sloka Reddy" userId="ffcb5070504f4c0e" providerId="LiveId" clId="{16010432-1525-4501-BAA9-72F196AE17B8}" dt="2026-09-16T01:38:40.373" v="754" actId="20577"/>
          <ac:spMkLst>
            <pc:docMk/>
            <pc:sldMk cId="1474455623" sldId="266"/>
            <ac:spMk id="3" creationId="{A1A00F28-8DB8-26A7-0ED5-9AA4167E6971}"/>
          </ac:spMkLst>
        </pc:spChg>
        <pc:spChg chg="mod">
          <ac:chgData name="G.Sloka Reddy" userId="ffcb5070504f4c0e" providerId="LiveId" clId="{16010432-1525-4501-BAA9-72F196AE17B8}" dt="2026-09-16T01:52:24.387" v="766" actId="20577"/>
          <ac:spMkLst>
            <pc:docMk/>
            <pc:sldMk cId="1474455623" sldId="266"/>
            <ac:spMk id="5" creationId="{CD1FDD10-B3D6-BA09-3EE5-80A23FA558AD}"/>
          </ac:spMkLst>
        </pc:spChg>
        <pc:picChg chg="add mod">
          <ac:chgData name="G.Sloka Reddy" userId="ffcb5070504f4c0e" providerId="LiveId" clId="{16010432-1525-4501-BAA9-72F196AE17B8}" dt="2026-09-16T02:08:03.857" v="1507" actId="14100"/>
          <ac:picMkLst>
            <pc:docMk/>
            <pc:sldMk cId="1474455623" sldId="266"/>
            <ac:picMk id="4" creationId="{9C484D7F-67B9-4AC5-6C7E-F77E8BC4DC4A}"/>
          </ac:picMkLst>
        </pc:picChg>
        <pc:picChg chg="add mod">
          <ac:chgData name="G.Sloka Reddy" userId="ffcb5070504f4c0e" providerId="LiveId" clId="{16010432-1525-4501-BAA9-72F196AE17B8}" dt="2026-09-16T02:15:27.191" v="1543" actId="14100"/>
          <ac:picMkLst>
            <pc:docMk/>
            <pc:sldMk cId="1474455623" sldId="266"/>
            <ac:picMk id="7" creationId="{D7D0A007-2A05-2ECB-C260-A32E1543A3DE}"/>
          </ac:picMkLst>
        </pc:picChg>
      </pc:sldChg>
      <pc:sldChg chg="addSp modSp mod setBg">
        <pc:chgData name="G.Sloka Reddy" userId="ffcb5070504f4c0e" providerId="LiveId" clId="{16010432-1525-4501-BAA9-72F196AE17B8}" dt="2026-09-16T02:16:17.984" v="1553" actId="14100"/>
        <pc:sldMkLst>
          <pc:docMk/>
          <pc:sldMk cId="1501961817" sldId="267"/>
        </pc:sldMkLst>
        <pc:spChg chg="mod">
          <ac:chgData name="G.Sloka Reddy" userId="ffcb5070504f4c0e" providerId="LiveId" clId="{16010432-1525-4501-BAA9-72F196AE17B8}" dt="2026-09-16T01:55:50.593" v="1157" actId="20577"/>
          <ac:spMkLst>
            <pc:docMk/>
            <pc:sldMk cId="1501961817" sldId="267"/>
            <ac:spMk id="3" creationId="{DA3F7FAE-B97D-C390-06CA-D8F2C3D209D2}"/>
          </ac:spMkLst>
        </pc:spChg>
        <pc:picChg chg="add mod">
          <ac:chgData name="G.Sloka Reddy" userId="ffcb5070504f4c0e" providerId="LiveId" clId="{16010432-1525-4501-BAA9-72F196AE17B8}" dt="2026-09-16T02:07:23.409" v="1494" actId="1076"/>
          <ac:picMkLst>
            <pc:docMk/>
            <pc:sldMk cId="1501961817" sldId="267"/>
            <ac:picMk id="4" creationId="{019FA9C7-52DB-0FE5-53ED-91BB56AD30C7}"/>
          </ac:picMkLst>
        </pc:picChg>
        <pc:picChg chg="add mod">
          <ac:chgData name="G.Sloka Reddy" userId="ffcb5070504f4c0e" providerId="LiveId" clId="{16010432-1525-4501-BAA9-72F196AE17B8}" dt="2026-09-16T02:16:17.984" v="1553" actId="14100"/>
          <ac:picMkLst>
            <pc:docMk/>
            <pc:sldMk cId="1501961817" sldId="267"/>
            <ac:picMk id="6" creationId="{F6EA14E3-0E4A-5FB0-3A8B-4C96ABADBC7C}"/>
          </ac:picMkLst>
        </pc:picChg>
      </pc:sldChg>
      <pc:sldChg chg="modSp mod">
        <pc:chgData name="G.Sloka Reddy" userId="ffcb5070504f4c0e" providerId="LiveId" clId="{16010432-1525-4501-BAA9-72F196AE17B8}" dt="2026-09-16T02:04:32.438" v="1186" actId="1076"/>
        <pc:sldMkLst>
          <pc:docMk/>
          <pc:sldMk cId="3636128607" sldId="268"/>
        </pc:sldMkLst>
        <pc:spChg chg="mod">
          <ac:chgData name="G.Sloka Reddy" userId="ffcb5070504f4c0e" providerId="LiveId" clId="{16010432-1525-4501-BAA9-72F196AE17B8}" dt="2026-09-16T02:04:32.438" v="1186" actId="1076"/>
          <ac:spMkLst>
            <pc:docMk/>
            <pc:sldMk cId="3636128607" sldId="268"/>
            <ac:spMk id="3" creationId="{64E6DB0C-460F-2C87-70F7-A85764BB0842}"/>
          </ac:spMkLst>
        </pc:spChg>
      </pc:sldChg>
      <pc:sldChg chg="addSp modSp mod">
        <pc:chgData name="G.Sloka Reddy" userId="ffcb5070504f4c0e" providerId="LiveId" clId="{16010432-1525-4501-BAA9-72F196AE17B8}" dt="2026-09-16T02:15:41.853" v="1546" actId="14100"/>
        <pc:sldMkLst>
          <pc:docMk/>
          <pc:sldMk cId="2440443882" sldId="270"/>
        </pc:sldMkLst>
        <pc:picChg chg="add mod">
          <ac:chgData name="G.Sloka Reddy" userId="ffcb5070504f4c0e" providerId="LiveId" clId="{16010432-1525-4501-BAA9-72F196AE17B8}" dt="2026-09-16T02:07:53.369" v="1503" actId="14100"/>
          <ac:picMkLst>
            <pc:docMk/>
            <pc:sldMk cId="2440443882" sldId="270"/>
            <ac:picMk id="4" creationId="{EB4BD76D-0D83-3BF9-888E-2E989874F360}"/>
          </ac:picMkLst>
        </pc:picChg>
        <pc:picChg chg="add mod">
          <ac:chgData name="G.Sloka Reddy" userId="ffcb5070504f4c0e" providerId="LiveId" clId="{16010432-1525-4501-BAA9-72F196AE17B8}" dt="2026-09-16T02:15:41.853" v="1546" actId="14100"/>
          <ac:picMkLst>
            <pc:docMk/>
            <pc:sldMk cId="2440443882" sldId="270"/>
            <ac:picMk id="7" creationId="{E33CD2E1-FEDD-F1E4-AEED-DC391E956314}"/>
          </ac:picMkLst>
        </pc:picChg>
      </pc:sldChg>
      <pc:sldChg chg="addSp modSp mod">
        <pc:chgData name="G.Sloka Reddy" userId="ffcb5070504f4c0e" providerId="LiveId" clId="{16010432-1525-4501-BAA9-72F196AE17B8}" dt="2026-09-16T02:15:48.568" v="1548" actId="14100"/>
        <pc:sldMkLst>
          <pc:docMk/>
          <pc:sldMk cId="920851549" sldId="272"/>
        </pc:sldMkLst>
        <pc:picChg chg="add mod">
          <ac:chgData name="G.Sloka Reddy" userId="ffcb5070504f4c0e" providerId="LiveId" clId="{16010432-1525-4501-BAA9-72F196AE17B8}" dt="2026-09-16T02:07:48.535" v="1501" actId="14100"/>
          <ac:picMkLst>
            <pc:docMk/>
            <pc:sldMk cId="920851549" sldId="272"/>
            <ac:picMk id="4" creationId="{2FFD7D2C-92E6-CAFD-5D4C-F43CA03B16C7}"/>
          </ac:picMkLst>
        </pc:picChg>
        <pc:picChg chg="add mod">
          <ac:chgData name="G.Sloka Reddy" userId="ffcb5070504f4c0e" providerId="LiveId" clId="{16010432-1525-4501-BAA9-72F196AE17B8}" dt="2026-09-16T02:15:48.568" v="1548" actId="14100"/>
          <ac:picMkLst>
            <pc:docMk/>
            <pc:sldMk cId="920851549" sldId="272"/>
            <ac:picMk id="7" creationId="{2C72CBE9-9A4A-6A77-7D5F-A17D0F0B30AE}"/>
          </ac:picMkLst>
        </pc:picChg>
      </pc:sldChg>
      <pc:sldChg chg="addSp mod setBg">
        <pc:chgData name="G.Sloka Reddy" userId="ffcb5070504f4c0e" providerId="LiveId" clId="{16010432-1525-4501-BAA9-72F196AE17B8}" dt="2026-09-16T02:07:13.851" v="1491" actId="22"/>
        <pc:sldMkLst>
          <pc:docMk/>
          <pc:sldMk cId="2877782419" sldId="273"/>
        </pc:sldMkLst>
        <pc:picChg chg="add">
          <ac:chgData name="G.Sloka Reddy" userId="ffcb5070504f4c0e" providerId="LiveId" clId="{16010432-1525-4501-BAA9-72F196AE17B8}" dt="2026-09-16T02:07:13.851" v="1491" actId="22"/>
          <ac:picMkLst>
            <pc:docMk/>
            <pc:sldMk cId="2877782419" sldId="273"/>
            <ac:picMk id="7" creationId="{538DDBB6-D006-0175-475A-66B94EA4D943}"/>
          </ac:picMkLst>
        </pc:picChg>
      </pc:sldChg>
      <pc:sldChg chg="addSp modSp mod">
        <pc:chgData name="G.Sloka Reddy" userId="ffcb5070504f4c0e" providerId="LiveId" clId="{16010432-1525-4501-BAA9-72F196AE17B8}" dt="2026-09-16T02:11:00.172" v="1529" actId="14100"/>
        <pc:sldMkLst>
          <pc:docMk/>
          <pc:sldMk cId="1884029976" sldId="275"/>
        </pc:sldMkLst>
        <pc:picChg chg="add mod">
          <ac:chgData name="G.Sloka Reddy" userId="ffcb5070504f4c0e" providerId="LiveId" clId="{16010432-1525-4501-BAA9-72F196AE17B8}" dt="2026-09-16T02:08:32.144" v="1514" actId="1076"/>
          <ac:picMkLst>
            <pc:docMk/>
            <pc:sldMk cId="1884029976" sldId="275"/>
            <ac:picMk id="4" creationId="{85A425CC-4C0C-A7CB-3962-7FA21E88C3B4}"/>
          </ac:picMkLst>
        </pc:picChg>
        <pc:picChg chg="add mod">
          <ac:chgData name="G.Sloka Reddy" userId="ffcb5070504f4c0e" providerId="LiveId" clId="{16010432-1525-4501-BAA9-72F196AE17B8}" dt="2026-09-16T02:11:00.172" v="1529" actId="14100"/>
          <ac:picMkLst>
            <pc:docMk/>
            <pc:sldMk cId="1884029976" sldId="275"/>
            <ac:picMk id="6" creationId="{256BF5F0-36C1-3473-59C1-167FEB56AF4E}"/>
          </ac:picMkLst>
        </pc:picChg>
      </pc:sldChg>
      <pc:sldChg chg="modSp add del mod">
        <pc:chgData name="G.Sloka Reddy" userId="ffcb5070504f4c0e" providerId="LiveId" clId="{16010432-1525-4501-BAA9-72F196AE17B8}" dt="2026-09-16T01:59:58.903" v="1172" actId="2696"/>
        <pc:sldMkLst>
          <pc:docMk/>
          <pc:sldMk cId="3497114003" sldId="276"/>
        </pc:sldMkLst>
        <pc:spChg chg="mod">
          <ac:chgData name="G.Sloka Reddy" userId="ffcb5070504f4c0e" providerId="LiveId" clId="{16010432-1525-4501-BAA9-72F196AE17B8}" dt="2026-09-16T01:37:45.634" v="732" actId="1076"/>
          <ac:spMkLst>
            <pc:docMk/>
            <pc:sldMk cId="3497114003" sldId="276"/>
            <ac:spMk id="3" creationId="{AEBD8138-4428-FB9F-B0B4-326DDE4AD5CE}"/>
          </ac:spMkLst>
        </pc:spChg>
        <pc:spChg chg="mod">
          <ac:chgData name="G.Sloka Reddy" userId="ffcb5070504f4c0e" providerId="LiveId" clId="{16010432-1525-4501-BAA9-72F196AE17B8}" dt="2026-09-16T01:52:59.824" v="768" actId="2710"/>
          <ac:spMkLst>
            <pc:docMk/>
            <pc:sldMk cId="3497114003" sldId="276"/>
            <ac:spMk id="5" creationId="{E0ECF048-5D9C-C7F2-03E3-E39D2FFED9AF}"/>
          </ac:spMkLst>
        </pc:spChg>
      </pc:sldChg>
      <pc:sldChg chg="addSp modSp mod">
        <pc:chgData name="G.Sloka Reddy" userId="ffcb5070504f4c0e" providerId="LiveId" clId="{16010432-1525-4501-BAA9-72F196AE17B8}" dt="2026-09-16T02:08:13.825" v="1509" actId="14100"/>
        <pc:sldMkLst>
          <pc:docMk/>
          <pc:sldMk cId="535253907" sldId="277"/>
        </pc:sldMkLst>
        <pc:picChg chg="add mod">
          <ac:chgData name="G.Sloka Reddy" userId="ffcb5070504f4c0e" providerId="LiveId" clId="{16010432-1525-4501-BAA9-72F196AE17B8}" dt="2026-09-16T02:08:13.825" v="1509" actId="14100"/>
          <ac:picMkLst>
            <pc:docMk/>
            <pc:sldMk cId="535253907" sldId="277"/>
            <ac:picMk id="4" creationId="{32B1F5D0-B1F3-7970-A35E-FC6B5D9C4BBC}"/>
          </ac:picMkLst>
        </pc:picChg>
      </pc:sldChg>
      <pc:sldChg chg="addSp delSp modSp mod">
        <pc:chgData name="G.Sloka Reddy" userId="ffcb5070504f4c0e" providerId="LiveId" clId="{16010432-1525-4501-BAA9-72F196AE17B8}" dt="2026-09-16T02:22:28.490" v="1584"/>
        <pc:sldMkLst>
          <pc:docMk/>
          <pc:sldMk cId="722382315" sldId="278"/>
        </pc:sldMkLst>
        <pc:spChg chg="mod">
          <ac:chgData name="G.Sloka Reddy" userId="ffcb5070504f4c0e" providerId="LiveId" clId="{16010432-1525-4501-BAA9-72F196AE17B8}" dt="2026-09-16T02:21:46.756" v="1579" actId="1076"/>
          <ac:spMkLst>
            <pc:docMk/>
            <pc:sldMk cId="722382315" sldId="278"/>
            <ac:spMk id="3" creationId="{3A59A15E-5F23-96F0-94B8-CF13CEF8F364}"/>
          </ac:spMkLst>
        </pc:spChg>
        <pc:spChg chg="add del mod">
          <ac:chgData name="G.Sloka Reddy" userId="ffcb5070504f4c0e" providerId="LiveId" clId="{16010432-1525-4501-BAA9-72F196AE17B8}" dt="2026-09-16T02:22:28.490" v="1584"/>
          <ac:spMkLst>
            <pc:docMk/>
            <pc:sldMk cId="722382315" sldId="278"/>
            <ac:spMk id="7" creationId="{4C319F8D-A37A-7715-A3BD-53EF04C6569E}"/>
          </ac:spMkLst>
        </pc:spChg>
        <pc:picChg chg="mod">
          <ac:chgData name="G.Sloka Reddy" userId="ffcb5070504f4c0e" providerId="LiveId" clId="{16010432-1525-4501-BAA9-72F196AE17B8}" dt="2026-09-16T02:22:01.938" v="1581" actId="14100"/>
          <ac:picMkLst>
            <pc:docMk/>
            <pc:sldMk cId="722382315" sldId="278"/>
            <ac:picMk id="4" creationId="{610526C7-B1C2-7C06-E981-86F4E86B868D}"/>
          </ac:picMkLst>
        </pc:picChg>
        <pc:picChg chg="add mod">
          <ac:chgData name="G.Sloka Reddy" userId="ffcb5070504f4c0e" providerId="LiveId" clId="{16010432-1525-4501-BAA9-72F196AE17B8}" dt="2026-09-16T02:08:20.506" v="1511" actId="14100"/>
          <ac:picMkLst>
            <pc:docMk/>
            <pc:sldMk cId="722382315" sldId="278"/>
            <ac:picMk id="6" creationId="{3CC25AE1-E282-BFF8-6B57-3E2572D6194D}"/>
          </ac:picMkLst>
        </pc:picChg>
      </pc:sldChg>
      <pc:sldMasterChg chg="setBg modSldLayout">
        <pc:chgData name="G.Sloka Reddy" userId="ffcb5070504f4c0e" providerId="LiveId" clId="{16010432-1525-4501-BAA9-72F196AE17B8}" dt="2026-09-16T01:49:25.810" v="756"/>
        <pc:sldMasterMkLst>
          <pc:docMk/>
          <pc:sldMasterMk cId="0" sldId="2147483649"/>
        </pc:sldMasterMkLst>
        <pc:sldLayoutChg chg="setBg">
          <pc:chgData name="G.Sloka Reddy" userId="ffcb5070504f4c0e" providerId="LiveId" clId="{16010432-1525-4501-BAA9-72F196AE17B8}" dt="2026-09-15T17:02:42.350" v="61"/>
          <pc:sldLayoutMkLst>
            <pc:docMk/>
            <pc:sldMasterMk cId="0" sldId="2147483649"/>
            <pc:sldLayoutMk cId="0" sldId="2147483648"/>
          </pc:sldLayoutMkLst>
        </pc:sldLayoutChg>
      </pc:sldMasterChg>
    </pc:docChg>
  </pc:docChgLst>
  <pc:docChgLst>
    <pc:chgData name="Guest User" providerId="Windows Live" clId="Web-{00000000-0000-0000-0000-000000000000}"/>
    <pc:docChg chg="modSld modMainMaster">
      <pc:chgData name="Guest User" userId="" providerId="Windows Live" clId="Web-{00000000-0000-0000-0000-000000000000}" dt="2026-09-16T04:56:51.630" v="316"/>
      <pc:docMkLst>
        <pc:docMk/>
      </pc:docMkLst>
      <pc:sldChg chg="modSp mod setBg">
        <pc:chgData name="Guest User" userId="" providerId="Windows Live" clId="Web-{00000000-0000-0000-0000-000000000000}" dt="2026-09-16T04:45:16.337" v="280"/>
        <pc:sldMkLst>
          <pc:docMk/>
          <pc:sldMk cId="0" sldId="256"/>
        </pc:sldMkLst>
        <pc:spChg chg="mod">
          <ac:chgData name="Guest User" userId="" providerId="Windows Live" clId="Web-{00000000-0000-0000-0000-000000000000}" dt="2026-09-16T00:05:06.735" v="28" actId="20577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 setBg">
        <pc:chgData name="Guest User" userId="" providerId="Windows Live" clId="Web-{00000000-0000-0000-0000-000000000000}" dt="2026-09-16T04:55:19.674" v="308"/>
        <pc:sldMkLst>
          <pc:docMk/>
          <pc:sldMk cId="0" sldId="257"/>
        </pc:sldMkLst>
        <pc:spChg chg="mod">
          <ac:chgData name="Guest User" userId="" providerId="Windows Live" clId="Web-{00000000-0000-0000-0000-000000000000}" dt="2026-09-16T04:43:55.396" v="276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Guest User" userId="" providerId="Windows Live" clId="Web-{00000000-0000-0000-0000-000000000000}" dt="2026-09-16T04:43:48.380" v="275" actId="20577"/>
          <ac:spMkLst>
            <pc:docMk/>
            <pc:sldMk cId="0" sldId="257"/>
            <ac:spMk id="36" creationId="{00000000-0000-0000-0000-000000000000}"/>
          </ac:spMkLst>
        </pc:spChg>
        <pc:cxnChg chg="add del">
          <ac:chgData name="Guest User" userId="" providerId="Windows Live" clId="Web-{00000000-0000-0000-0000-000000000000}" dt="2026-09-16T04:44:09.131" v="278"/>
          <ac:cxnSpMkLst>
            <pc:docMk/>
            <pc:sldMk cId="0" sldId="257"/>
            <ac:cxnSpMk id="37" creationId="{00000000-0000-0000-0000-000000000000}"/>
          </ac:cxnSpMkLst>
        </pc:cxnChg>
      </pc:sldChg>
      <pc:sldChg chg="modSp mod">
        <pc:chgData name="Guest User" userId="" providerId="Windows Live" clId="Web-{00000000-0000-0000-0000-000000000000}" dt="2026-09-16T04:51:13.211" v="289" actId="20577"/>
        <pc:sldMkLst>
          <pc:docMk/>
          <pc:sldMk cId="0" sldId="258"/>
        </pc:sldMkLst>
        <pc:spChg chg="mod">
          <ac:chgData name="Guest User" userId="" providerId="Windows Live" clId="Web-{00000000-0000-0000-0000-000000000000}" dt="2026-09-16T04:51:03.882" v="287" actId="20577"/>
          <ac:spMkLst>
            <pc:docMk/>
            <pc:sldMk cId="0" sldId="258"/>
            <ac:spMk id="3" creationId="{A2C9E084-602B-965D-422D-F65AE9016339}"/>
          </ac:spMkLst>
        </pc:spChg>
        <pc:spChg chg="mod">
          <ac:chgData name="Guest User" userId="" providerId="Windows Live" clId="Web-{00000000-0000-0000-0000-000000000000}" dt="2026-09-16T00:01:48.337" v="4"/>
          <ac:spMkLst>
            <pc:docMk/>
            <pc:sldMk cId="0" sldId="258"/>
            <ac:spMk id="45" creationId="{00000000-0000-0000-0000-000000000000}"/>
          </ac:spMkLst>
        </pc:spChg>
        <pc:spChg chg="mod">
          <ac:chgData name="Guest User" userId="" providerId="Windows Live" clId="Web-{00000000-0000-0000-0000-000000000000}" dt="2026-09-16T04:51:13.211" v="289" actId="20577"/>
          <ac:spMkLst>
            <pc:docMk/>
            <pc:sldMk cId="0" sldId="258"/>
            <ac:spMk id="47" creationId="{00000000-0000-0000-0000-000000000000}"/>
          </ac:spMkLst>
        </pc:spChg>
        <pc:spChg chg="mod">
          <ac:chgData name="Guest User" userId="" providerId="Windows Live" clId="Web-{00000000-0000-0000-0000-000000000000}" dt="2026-09-16T04:51:09.351" v="288" actId="20577"/>
          <ac:spMkLst>
            <pc:docMk/>
            <pc:sldMk cId="0" sldId="258"/>
            <ac:spMk id="48" creationId="{00000000-0000-0000-0000-000000000000}"/>
          </ac:spMkLst>
        </pc:spChg>
      </pc:sldChg>
      <pc:sldChg chg="modSp mod">
        <pc:chgData name="Guest User" userId="" providerId="Windows Live" clId="Web-{00000000-0000-0000-0000-000000000000}" dt="2026-09-16T04:44:22.397" v="279"/>
        <pc:sldMkLst>
          <pc:docMk/>
          <pc:sldMk cId="0" sldId="259"/>
        </pc:sldMkLst>
        <pc:spChg chg="mod">
          <ac:chgData name="Guest User" userId="" providerId="Windows Live" clId="Web-{00000000-0000-0000-0000-000000000000}" dt="2026-09-16T00:06:13.410" v="35"/>
          <ac:spMkLst>
            <pc:docMk/>
            <pc:sldMk cId="0" sldId="259"/>
            <ac:spMk id="59" creationId="{00000000-0000-0000-0000-000000000000}"/>
          </ac:spMkLst>
        </pc:spChg>
        <pc:spChg chg="mod">
          <ac:chgData name="Guest User" userId="" providerId="Windows Live" clId="Web-{00000000-0000-0000-0000-000000000000}" dt="2026-09-16T00:06:13.410" v="36"/>
          <ac:spMkLst>
            <pc:docMk/>
            <pc:sldMk cId="0" sldId="259"/>
            <ac:spMk id="60" creationId="{00000000-0000-0000-0000-000000000000}"/>
          </ac:spMkLst>
        </pc:spChg>
      </pc:sldChg>
      <pc:sldChg chg="modSp mod">
        <pc:chgData name="Guest User" userId="" providerId="Windows Live" clId="Web-{00000000-0000-0000-0000-000000000000}" dt="2026-09-16T04:51:50.993" v="294" actId="20577"/>
        <pc:sldMkLst>
          <pc:docMk/>
          <pc:sldMk cId="0" sldId="260"/>
        </pc:sldMkLst>
        <pc:spChg chg="mod">
          <ac:chgData name="Guest User" userId="" providerId="Windows Live" clId="Web-{00000000-0000-0000-0000-000000000000}" dt="2026-09-16T04:51:50.993" v="294" actId="20577"/>
          <ac:spMkLst>
            <pc:docMk/>
            <pc:sldMk cId="0" sldId="260"/>
            <ac:spMk id="4" creationId="{4D33F108-B2F0-2CF1-0637-A6849E4C3709}"/>
          </ac:spMkLst>
        </pc:spChg>
        <pc:spChg chg="mod">
          <ac:chgData name="Guest User" userId="" providerId="Windows Live" clId="Web-{00000000-0000-0000-0000-000000000000}" dt="2026-09-16T00:12:52.410" v="69"/>
          <ac:spMkLst>
            <pc:docMk/>
            <pc:sldMk cId="0" sldId="260"/>
            <ac:spMk id="71" creationId="{00000000-0000-0000-0000-000000000000}"/>
          </ac:spMkLst>
        </pc:spChg>
        <pc:spChg chg="mod">
          <ac:chgData name="Guest User" userId="" providerId="Windows Live" clId="Web-{00000000-0000-0000-0000-000000000000}" dt="2026-09-16T04:51:50.337" v="293" actId="20577"/>
          <ac:spMkLst>
            <pc:docMk/>
            <pc:sldMk cId="0" sldId="260"/>
            <ac:spMk id="72" creationId="{00000000-0000-0000-0000-000000000000}"/>
          </ac:spMkLst>
        </pc:spChg>
      </pc:sldChg>
      <pc:sldChg chg="delSp modSp mod setBg">
        <pc:chgData name="Guest User" userId="" providerId="Windows Live" clId="Web-{00000000-0000-0000-0000-000000000000}" dt="2026-09-16T04:56:51.630" v="316"/>
        <pc:sldMkLst>
          <pc:docMk/>
          <pc:sldMk cId="0" sldId="261"/>
        </pc:sldMkLst>
        <pc:spChg chg="del mod">
          <ac:chgData name="Guest User" userId="" providerId="Windows Live" clId="Web-{00000000-0000-0000-0000-000000000000}" dt="2026-09-16T04:54:09.624" v="306"/>
          <ac:spMkLst>
            <pc:docMk/>
            <pc:sldMk cId="0" sldId="261"/>
            <ac:spMk id="3" creationId="{1D044319-9A0D-B942-13E3-C2C9A576CC2F}"/>
          </ac:spMkLst>
        </pc:spChg>
      </pc:sldChg>
      <pc:sldChg chg="modSp mod setBg">
        <pc:chgData name="Guest User" userId="" providerId="Windows Live" clId="Web-{00000000-0000-0000-0000-000000000000}" dt="2026-09-16T04:56:32.817" v="315"/>
        <pc:sldMkLst>
          <pc:docMk/>
          <pc:sldMk cId="3386643086" sldId="262"/>
        </pc:sldMkLst>
        <pc:spChg chg="mod">
          <ac:chgData name="Guest User" userId="" providerId="Windows Live" clId="Web-{00000000-0000-0000-0000-000000000000}" dt="2026-09-16T00:14:15.303" v="95"/>
          <ac:spMkLst>
            <pc:docMk/>
            <pc:sldMk cId="3386643086" sldId="262"/>
            <ac:spMk id="69" creationId="{1D4F31C4-3681-6091-285C-4F040449D2D7}"/>
          </ac:spMkLst>
        </pc:spChg>
        <pc:spChg chg="mod">
          <ac:chgData name="Guest User" userId="" providerId="Windows Live" clId="Web-{00000000-0000-0000-0000-000000000000}" dt="2026-09-16T00:14:15.303" v="96"/>
          <ac:spMkLst>
            <pc:docMk/>
            <pc:sldMk cId="3386643086" sldId="262"/>
            <ac:spMk id="70" creationId="{DA3FC9C4-E674-7627-4D00-E8DD9614AF6F}"/>
          </ac:spMkLst>
        </pc:spChg>
        <pc:spChg chg="mod">
          <ac:chgData name="Guest User" userId="" providerId="Windows Live" clId="Web-{00000000-0000-0000-0000-000000000000}" dt="2026-09-16T00:14:15.319" v="97"/>
          <ac:spMkLst>
            <pc:docMk/>
            <pc:sldMk cId="3386643086" sldId="262"/>
            <ac:spMk id="71" creationId="{465F6579-DCD3-FBF2-1CFC-C943A4774555}"/>
          </ac:spMkLst>
        </pc:spChg>
        <pc:spChg chg="mod">
          <ac:chgData name="Guest User" userId="" providerId="Windows Live" clId="Web-{00000000-0000-0000-0000-000000000000}" dt="2026-09-16T00:14:15.319" v="98"/>
          <ac:spMkLst>
            <pc:docMk/>
            <pc:sldMk cId="3386643086" sldId="262"/>
            <ac:spMk id="72" creationId="{6F2FEECE-636A-B451-D91C-01C35CD883BB}"/>
          </ac:spMkLst>
        </pc:spChg>
        <pc:spChg chg="mod">
          <ac:chgData name="Guest User" userId="" providerId="Windows Live" clId="Web-{00000000-0000-0000-0000-000000000000}" dt="2026-09-16T00:14:15.335" v="99"/>
          <ac:spMkLst>
            <pc:docMk/>
            <pc:sldMk cId="3386643086" sldId="262"/>
            <ac:spMk id="74" creationId="{6D63C526-7E73-6D83-5ADD-7045DF6BB263}"/>
          </ac:spMkLst>
        </pc:spChg>
      </pc:sldChg>
      <pc:sldChg chg="modSp mod">
        <pc:chgData name="Guest User" userId="" providerId="Windows Live" clId="Web-{00000000-0000-0000-0000-000000000000}" dt="2026-09-16T04:51:26.867" v="290" actId="20577"/>
        <pc:sldMkLst>
          <pc:docMk/>
          <pc:sldMk cId="1617274719" sldId="263"/>
        </pc:sldMkLst>
        <pc:spChg chg="mod">
          <ac:chgData name="Guest User" userId="" providerId="Windows Live" clId="Web-{00000000-0000-0000-0000-000000000000}" dt="2026-09-16T04:51:26.867" v="290" actId="20577"/>
          <ac:spMkLst>
            <pc:docMk/>
            <pc:sldMk cId="1617274719" sldId="263"/>
            <ac:spMk id="2" creationId="{410FFD9F-4519-6120-5D9D-B3AC2E930A79}"/>
          </ac:spMkLst>
        </pc:spChg>
      </pc:sldChg>
      <pc:sldChg chg="modSp mod">
        <pc:chgData name="Guest User" userId="" providerId="Windows Live" clId="Web-{00000000-0000-0000-0000-000000000000}" dt="2026-09-16T04:52:05.510" v="296" actId="20577"/>
        <pc:sldMkLst>
          <pc:docMk/>
          <pc:sldMk cId="3275694735" sldId="264"/>
        </pc:sldMkLst>
        <pc:spChg chg="mod">
          <ac:chgData name="Guest User" userId="" providerId="Windows Live" clId="Web-{00000000-0000-0000-0000-000000000000}" dt="2026-09-16T04:51:58.166" v="295" actId="20577"/>
          <ac:spMkLst>
            <pc:docMk/>
            <pc:sldMk cId="3275694735" sldId="264"/>
            <ac:spMk id="3" creationId="{7C3A3F9A-D9BF-4A05-F7F2-05DDD65DDE64}"/>
          </ac:spMkLst>
        </pc:spChg>
        <pc:spChg chg="mod">
          <ac:chgData name="Guest User" userId="" providerId="Windows Live" clId="Web-{00000000-0000-0000-0000-000000000000}" dt="2026-09-16T04:52:05.510" v="296" actId="20577"/>
          <ac:spMkLst>
            <pc:docMk/>
            <pc:sldMk cId="3275694735" sldId="264"/>
            <ac:spMk id="5" creationId="{F0197EC2-277C-5CF5-6D5D-E24C182DD62B}"/>
          </ac:spMkLst>
        </pc:spChg>
      </pc:sldChg>
      <pc:sldChg chg="modSp mod">
        <pc:chgData name="Guest User" userId="" providerId="Windows Live" clId="Web-{00000000-0000-0000-0000-000000000000}" dt="2026-09-16T04:53:36.529" v="302" actId="20577"/>
        <pc:sldMkLst>
          <pc:docMk/>
          <pc:sldMk cId="1552713051" sldId="265"/>
        </pc:sldMkLst>
        <pc:spChg chg="mod">
          <ac:chgData name="Guest User" userId="" providerId="Windows Live" clId="Web-{00000000-0000-0000-0000-000000000000}" dt="2026-09-16T04:53:36.529" v="302" actId="20577"/>
          <ac:spMkLst>
            <pc:docMk/>
            <pc:sldMk cId="1552713051" sldId="265"/>
            <ac:spMk id="3" creationId="{8DC5455E-7BEB-5A72-A769-583D7A4F1F5F}"/>
          </ac:spMkLst>
        </pc:spChg>
        <pc:spChg chg="mod">
          <ac:chgData name="Guest User" userId="" providerId="Windows Live" clId="Web-{00000000-0000-0000-0000-000000000000}" dt="2026-09-16T04:53:28.700" v="301" actId="20577"/>
          <ac:spMkLst>
            <pc:docMk/>
            <pc:sldMk cId="1552713051" sldId="265"/>
            <ac:spMk id="5" creationId="{D45D2125-9EF6-8F16-B372-DFE6DBB52BF3}"/>
          </ac:spMkLst>
        </pc:spChg>
      </pc:sldChg>
      <pc:sldChg chg="modSp mod">
        <pc:chgData name="Guest User" userId="" providerId="Windows Live" clId="Web-{00000000-0000-0000-0000-000000000000}" dt="2026-09-16T04:53:53.186" v="304" actId="20577"/>
        <pc:sldMkLst>
          <pc:docMk/>
          <pc:sldMk cId="1474455623" sldId="266"/>
        </pc:sldMkLst>
        <pc:spChg chg="mod">
          <ac:chgData name="Guest User" userId="" providerId="Windows Live" clId="Web-{00000000-0000-0000-0000-000000000000}" dt="2026-09-16T04:53:48.842" v="303" actId="20577"/>
          <ac:spMkLst>
            <pc:docMk/>
            <pc:sldMk cId="1474455623" sldId="266"/>
            <ac:spMk id="3" creationId="{A1A00F28-8DB8-26A7-0ED5-9AA4167E6971}"/>
          </ac:spMkLst>
        </pc:spChg>
        <pc:spChg chg="mod">
          <ac:chgData name="Guest User" userId="" providerId="Windows Live" clId="Web-{00000000-0000-0000-0000-000000000000}" dt="2026-09-16T04:53:53.186" v="304" actId="20577"/>
          <ac:spMkLst>
            <pc:docMk/>
            <pc:sldMk cId="1474455623" sldId="266"/>
            <ac:spMk id="5" creationId="{CD1FDD10-B3D6-BA09-3EE5-80A23FA558AD}"/>
          </ac:spMkLst>
        </pc:spChg>
      </pc:sldChg>
      <pc:sldChg chg="modSp mod">
        <pc:chgData name="Guest User" userId="" providerId="Windows Live" clId="Web-{00000000-0000-0000-0000-000000000000}" dt="2026-09-16T04:50:18.052" v="286" actId="20577"/>
        <pc:sldMkLst>
          <pc:docMk/>
          <pc:sldMk cId="1501961817" sldId="267"/>
        </pc:sldMkLst>
        <pc:spChg chg="mod">
          <ac:chgData name="Guest User" userId="" providerId="Windows Live" clId="Web-{00000000-0000-0000-0000-000000000000}" dt="2026-09-16T04:50:18.052" v="286" actId="20577"/>
          <ac:spMkLst>
            <pc:docMk/>
            <pc:sldMk cId="1501961817" sldId="267"/>
            <ac:spMk id="3" creationId="{DA3F7FAE-B97D-C390-06CA-D8F2C3D209D2}"/>
          </ac:spMkLst>
        </pc:spChg>
      </pc:sldChg>
      <pc:sldChg chg="modSp mod">
        <pc:chgData name="Guest User" userId="" providerId="Windows Live" clId="Web-{00000000-0000-0000-0000-000000000000}" dt="2026-09-16T04:54:14.609" v="307" actId="20577"/>
        <pc:sldMkLst>
          <pc:docMk/>
          <pc:sldMk cId="3636128607" sldId="268"/>
        </pc:sldMkLst>
        <pc:spChg chg="mod">
          <ac:chgData name="Guest User" userId="" providerId="Windows Live" clId="Web-{00000000-0000-0000-0000-000000000000}" dt="2026-09-16T04:54:14.609" v="307" actId="20577"/>
          <ac:spMkLst>
            <pc:docMk/>
            <pc:sldMk cId="3636128607" sldId="268"/>
            <ac:spMk id="3" creationId="{64E6DB0C-460F-2C87-70F7-A85764BB0842}"/>
          </ac:spMkLst>
        </pc:spChg>
      </pc:sldChg>
      <pc:sldChg chg="modSp mod">
        <pc:chgData name="Guest User" userId="" providerId="Windows Live" clId="Web-{00000000-0000-0000-0000-000000000000}" dt="2026-09-16T04:53:16.997" v="300" actId="20577"/>
        <pc:sldMkLst>
          <pc:docMk/>
          <pc:sldMk cId="2440443882" sldId="270"/>
        </pc:sldMkLst>
        <pc:spChg chg="mod">
          <ac:chgData name="Guest User" userId="" providerId="Windows Live" clId="Web-{00000000-0000-0000-0000-000000000000}" dt="2026-09-16T04:53:16.997" v="300" actId="20577"/>
          <ac:spMkLst>
            <pc:docMk/>
            <pc:sldMk cId="2440443882" sldId="270"/>
            <ac:spMk id="3" creationId="{EA37DE04-466D-FF07-57C1-6F2DD03463ED}"/>
          </ac:spMkLst>
        </pc:spChg>
        <pc:spChg chg="mod">
          <ac:chgData name="Guest User" userId="" providerId="Windows Live" clId="Web-{00000000-0000-0000-0000-000000000000}" dt="2026-09-16T04:53:13.465" v="299" actId="20577"/>
          <ac:spMkLst>
            <pc:docMk/>
            <pc:sldMk cId="2440443882" sldId="270"/>
            <ac:spMk id="5" creationId="{4D58E36F-F9DC-CFDD-A968-35C6F85539FC}"/>
          </ac:spMkLst>
        </pc:spChg>
      </pc:sldChg>
      <pc:sldChg chg="modSp mod">
        <pc:chgData name="Guest User" userId="" providerId="Windows Live" clId="Web-{00000000-0000-0000-0000-000000000000}" dt="2026-09-16T04:53:08.153" v="298" actId="20577"/>
        <pc:sldMkLst>
          <pc:docMk/>
          <pc:sldMk cId="920851549" sldId="272"/>
        </pc:sldMkLst>
        <pc:spChg chg="mod">
          <ac:chgData name="Guest User" userId="" providerId="Windows Live" clId="Web-{00000000-0000-0000-0000-000000000000}" dt="2026-09-16T04:53:04.418" v="297" actId="20577"/>
          <ac:spMkLst>
            <pc:docMk/>
            <pc:sldMk cId="920851549" sldId="272"/>
            <ac:spMk id="3" creationId="{B9E0D62A-7563-FEA6-B077-F19529BDA1DA}"/>
          </ac:spMkLst>
        </pc:spChg>
        <pc:spChg chg="mod">
          <ac:chgData name="Guest User" userId="" providerId="Windows Live" clId="Web-{00000000-0000-0000-0000-000000000000}" dt="2026-09-16T04:53:08.153" v="298" actId="20577"/>
          <ac:spMkLst>
            <pc:docMk/>
            <pc:sldMk cId="920851549" sldId="272"/>
            <ac:spMk id="5" creationId="{64E505D4-531F-EB30-3F72-2C7341EA45EE}"/>
          </ac:spMkLst>
        </pc:spChg>
      </pc:sldChg>
      <pc:sldChg chg="addSp delSp modSp mod addAnim">
        <pc:chgData name="Guest User" userId="" providerId="Windows Live" clId="Web-{00000000-0000-0000-0000-000000000000}" dt="2026-09-16T04:44:22.397" v="279"/>
        <pc:sldMkLst>
          <pc:docMk/>
          <pc:sldMk cId="2877782419" sldId="273"/>
        </pc:sldMkLst>
        <pc:spChg chg="add del">
          <ac:chgData name="Guest User" userId="" providerId="Windows Live" clId="Web-{00000000-0000-0000-0000-000000000000}" dt="2026-09-16T01:32:33.293" v="112"/>
          <ac:spMkLst>
            <pc:docMk/>
            <pc:sldMk cId="2877782419" sldId="273"/>
            <ac:spMk id="3" creationId="{4631BAE9-A94E-51A4-C3C2-4A5438F13F5A}"/>
          </ac:spMkLst>
        </pc:spChg>
        <pc:spChg chg="add mod">
          <ac:chgData name="Guest User" userId="" providerId="Windows Live" clId="Web-{00000000-0000-0000-0000-000000000000}" dt="2026-09-16T01:33:48.655" v="160" actId="1076"/>
          <ac:spMkLst>
            <pc:docMk/>
            <pc:sldMk cId="2877782419" sldId="273"/>
            <ac:spMk id="4" creationId="{8448C736-3684-3E6C-1C9C-2DE0212ADBB0}"/>
          </ac:spMkLst>
        </pc:spChg>
        <pc:spChg chg="add">
          <ac:chgData name="Guest User" userId="" providerId="Windows Live" clId="Web-{00000000-0000-0000-0000-000000000000}" dt="2026-09-16T01:37:00.179" v="161"/>
          <ac:spMkLst>
            <pc:docMk/>
            <pc:sldMk cId="2877782419" sldId="273"/>
            <ac:spMk id="5" creationId="{C765686B-2901-E331-8D6C-D6E951F1F943}"/>
          </ac:spMkLst>
        </pc:spChg>
        <pc:spChg chg="add mod">
          <ac:chgData name="Guest User" userId="" providerId="Windows Live" clId="Web-{00000000-0000-0000-0000-000000000000}" dt="2026-09-16T01:44:33.822" v="271" actId="1076"/>
          <ac:spMkLst>
            <pc:docMk/>
            <pc:sldMk cId="2877782419" sldId="273"/>
            <ac:spMk id="6" creationId="{1273D81F-5EFF-CA6F-C328-8CDF3342C197}"/>
          </ac:spMkLst>
        </pc:spChg>
        <pc:picChg chg="add mod">
          <ac:chgData name="Guest User" userId="" providerId="Windows Live" clId="Web-{00000000-0000-0000-0000-000000000000}" dt="2026-09-16T01:32:37.856" v="114" actId="1076"/>
          <ac:picMkLst>
            <pc:docMk/>
            <pc:sldMk cId="2877782419" sldId="273"/>
            <ac:picMk id="2" creationId="{434A6353-3304-AC2C-6AD3-1EB3FC769D2A}"/>
          </ac:picMkLst>
        </pc:picChg>
      </pc:sldChg>
      <pc:sldChg chg="modSp mod">
        <pc:chgData name="Guest User" userId="" providerId="Windows Live" clId="Web-{00000000-0000-0000-0000-000000000000}" dt="2026-09-16T04:55:44.237" v="309" actId="20577"/>
        <pc:sldMkLst>
          <pc:docMk/>
          <pc:sldMk cId="1884029976" sldId="275"/>
        </pc:sldMkLst>
        <pc:spChg chg="mod">
          <ac:chgData name="Guest User" userId="" providerId="Windows Live" clId="Web-{00000000-0000-0000-0000-000000000000}" dt="2026-09-16T04:55:44.237" v="309" actId="20577"/>
          <ac:spMkLst>
            <pc:docMk/>
            <pc:sldMk cId="1884029976" sldId="275"/>
            <ac:spMk id="3" creationId="{9326510E-3436-83CD-C15E-CE334C2201B7}"/>
          </ac:spMkLst>
        </pc:spChg>
      </pc:sldChg>
      <pc:sldChg chg="modSp mod">
        <pc:chgData name="Guest User" userId="" providerId="Windows Live" clId="Web-{00000000-0000-0000-0000-000000000000}" dt="2026-09-16T04:55:48.519" v="310" actId="20577"/>
        <pc:sldMkLst>
          <pc:docMk/>
          <pc:sldMk cId="535253907" sldId="277"/>
        </pc:sldMkLst>
        <pc:spChg chg="mod">
          <ac:chgData name="Guest User" userId="" providerId="Windows Live" clId="Web-{00000000-0000-0000-0000-000000000000}" dt="2026-09-16T04:55:48.519" v="310" actId="20577"/>
          <ac:spMkLst>
            <pc:docMk/>
            <pc:sldMk cId="535253907" sldId="277"/>
            <ac:spMk id="3" creationId="{BC5AAF7C-7FD7-A526-5C1B-57DC57578911}"/>
          </ac:spMkLst>
        </pc:spChg>
      </pc:sldChg>
      <pc:sldChg chg="modSp mod">
        <pc:chgData name="Guest User" userId="" providerId="Windows Live" clId="Web-{00000000-0000-0000-0000-000000000000}" dt="2026-09-16T04:56:14.879" v="314" actId="20577"/>
        <pc:sldMkLst>
          <pc:docMk/>
          <pc:sldMk cId="722382315" sldId="278"/>
        </pc:sldMkLst>
        <pc:spChg chg="mod">
          <ac:chgData name="Guest User" userId="" providerId="Windows Live" clId="Web-{00000000-0000-0000-0000-000000000000}" dt="2026-09-16T04:56:14.879" v="314" actId="20577"/>
          <ac:spMkLst>
            <pc:docMk/>
            <pc:sldMk cId="722382315" sldId="278"/>
            <ac:spMk id="3" creationId="{3A59A15E-5F23-96F0-94B8-CF13CEF8F364}"/>
          </ac:spMkLst>
        </pc:spChg>
      </pc:sldChg>
      <pc:sldMasterChg chg="mod setBg modSldLayout">
        <pc:chgData name="Guest User" userId="" providerId="Windows Live" clId="Web-{00000000-0000-0000-0000-000000000000}" dt="2026-09-16T04:44:22.397" v="279"/>
        <pc:sldMasterMkLst>
          <pc:docMk/>
          <pc:sldMasterMk cId="0" sldId="2147483649"/>
        </pc:sldMasterMkLst>
        <pc:sldLayoutChg chg="mod">
          <pc:chgData name="Guest User" userId="" providerId="Windows Live" clId="Web-{00000000-0000-0000-0000-000000000000}" dt="2026-09-16T04:44:22.397" v="279"/>
          <pc:sldLayoutMkLst>
            <pc:docMk/>
            <pc:sldMasterMk cId="0" sldId="2147483649"/>
            <pc:sldLayoutMk cId="0" sldId="2147483648"/>
          </pc:sldLayoutMkLst>
        </pc:sldLayoutChg>
      </pc:sldMasterChg>
    </pc:docChg>
  </pc:docChgLst>
  <pc:docChgLst>
    <pc:chgData name="Guest User" providerId="Windows Live" clId="Web-{1B4702AB-D6AA-B107-9959-C558B33598D4}"/>
    <pc:docChg chg="addSld delSld modSld">
      <pc:chgData name="Guest User" userId="" providerId="Windows Live" clId="Web-{1B4702AB-D6AA-B107-9959-C558B33598D4}" dt="2026-09-16T02:20:39.837" v="276" actId="20577"/>
      <pc:docMkLst>
        <pc:docMk/>
      </pc:docMkLst>
      <pc:sldChg chg="modSp">
        <pc:chgData name="Guest User" userId="" providerId="Windows Live" clId="Web-{1B4702AB-D6AA-B107-9959-C558B33598D4}" dt="2026-09-16T02:14:32.386" v="270" actId="20577"/>
        <pc:sldMkLst>
          <pc:docMk/>
          <pc:sldMk cId="1474455623" sldId="266"/>
        </pc:sldMkLst>
        <pc:spChg chg="mod">
          <ac:chgData name="Guest User" userId="" providerId="Windows Live" clId="Web-{1B4702AB-D6AA-B107-9959-C558B33598D4}" dt="2026-09-16T01:54:48.044" v="167" actId="20577"/>
          <ac:spMkLst>
            <pc:docMk/>
            <pc:sldMk cId="1474455623" sldId="266"/>
            <ac:spMk id="3" creationId="{A1A00F28-8DB8-26A7-0ED5-9AA4167E6971}"/>
          </ac:spMkLst>
        </pc:spChg>
        <pc:spChg chg="mod">
          <ac:chgData name="Guest User" userId="" providerId="Windows Live" clId="Web-{1B4702AB-D6AA-B107-9959-C558B33598D4}" dt="2026-09-16T02:14:32.386" v="270" actId="20577"/>
          <ac:spMkLst>
            <pc:docMk/>
            <pc:sldMk cId="1474455623" sldId="266"/>
            <ac:spMk id="5" creationId="{CD1FDD10-B3D6-BA09-3EE5-80A23FA558AD}"/>
          </ac:spMkLst>
        </pc:spChg>
      </pc:sldChg>
      <pc:sldChg chg="modSp">
        <pc:chgData name="Guest User" userId="" providerId="Windows Live" clId="Web-{1B4702AB-D6AA-B107-9959-C558B33598D4}" dt="2026-09-16T02:20:39.837" v="276" actId="20577"/>
        <pc:sldMkLst>
          <pc:docMk/>
          <pc:sldMk cId="1501961817" sldId="267"/>
        </pc:sldMkLst>
        <pc:spChg chg="mod">
          <ac:chgData name="Guest User" userId="" providerId="Windows Live" clId="Web-{1B4702AB-D6AA-B107-9959-C558B33598D4}" dt="2026-09-16T02:20:39.837" v="276" actId="20577"/>
          <ac:spMkLst>
            <pc:docMk/>
            <pc:sldMk cId="1501961817" sldId="267"/>
            <ac:spMk id="3" creationId="{DA3F7FAE-B97D-C390-06CA-D8F2C3D209D2}"/>
          </ac:spMkLst>
        </pc:spChg>
      </pc:sldChg>
      <pc:sldChg chg="modSp">
        <pc:chgData name="Guest User" userId="" providerId="Windows Live" clId="Web-{1B4702AB-D6AA-B107-9959-C558B33598D4}" dt="2026-09-16T01:56:34.611" v="198" actId="20577"/>
        <pc:sldMkLst>
          <pc:docMk/>
          <pc:sldMk cId="3636128607" sldId="268"/>
        </pc:sldMkLst>
        <pc:spChg chg="mod">
          <ac:chgData name="Guest User" userId="" providerId="Windows Live" clId="Web-{1B4702AB-D6AA-B107-9959-C558B33598D4}" dt="2026-09-16T01:56:34.611" v="198" actId="20577"/>
          <ac:spMkLst>
            <pc:docMk/>
            <pc:sldMk cId="3636128607" sldId="268"/>
            <ac:spMk id="3" creationId="{64E6DB0C-460F-2C87-70F7-A85764BB0842}"/>
          </ac:spMkLst>
        </pc:spChg>
      </pc:sldChg>
      <pc:sldChg chg="new del">
        <pc:chgData name="Guest User" userId="" providerId="Windows Live" clId="Web-{1B4702AB-D6AA-B107-9959-C558B33598D4}" dt="2026-09-16T01:31:50.695" v="2"/>
        <pc:sldMkLst>
          <pc:docMk/>
          <pc:sldMk cId="2932232237" sldId="274"/>
        </pc:sldMkLst>
      </pc:sldChg>
      <pc:sldChg chg="modSp add replId">
        <pc:chgData name="Guest User" userId="" providerId="Windows Live" clId="Web-{1B4702AB-D6AA-B107-9959-C558B33598D4}" dt="2026-09-16T01:56:54.471" v="211" actId="20577"/>
        <pc:sldMkLst>
          <pc:docMk/>
          <pc:sldMk cId="1884029976" sldId="275"/>
        </pc:sldMkLst>
        <pc:spChg chg="mod">
          <ac:chgData name="Guest User" userId="" providerId="Windows Live" clId="Web-{1B4702AB-D6AA-B107-9959-C558B33598D4}" dt="2026-09-16T01:56:54.471" v="211" actId="20577"/>
          <ac:spMkLst>
            <pc:docMk/>
            <pc:sldMk cId="1884029976" sldId="275"/>
            <ac:spMk id="3" creationId="{9326510E-3436-83CD-C15E-CE334C2201B7}"/>
          </ac:spMkLst>
        </pc:spChg>
      </pc:sldChg>
      <pc:sldChg chg="add del replId">
        <pc:chgData name="Guest User" userId="" providerId="Windows Live" clId="Web-{1B4702AB-D6AA-B107-9959-C558B33598D4}" dt="2026-09-16T01:31:59.258" v="6"/>
        <pc:sldMkLst>
          <pc:docMk/>
          <pc:sldMk cId="4084706188" sldId="276"/>
        </pc:sldMkLst>
      </pc:sldChg>
      <pc:sldChg chg="modSp add replId">
        <pc:chgData name="Guest User" userId="" providerId="Windows Live" clId="Web-{1B4702AB-D6AA-B107-9959-C558B33598D4}" dt="2026-09-16T01:57:13.221" v="216" actId="20577"/>
        <pc:sldMkLst>
          <pc:docMk/>
          <pc:sldMk cId="535253907" sldId="277"/>
        </pc:sldMkLst>
        <pc:spChg chg="mod">
          <ac:chgData name="Guest User" userId="" providerId="Windows Live" clId="Web-{1B4702AB-D6AA-B107-9959-C558B33598D4}" dt="2026-09-16T01:57:13.221" v="216" actId="20577"/>
          <ac:spMkLst>
            <pc:docMk/>
            <pc:sldMk cId="535253907" sldId="277"/>
            <ac:spMk id="3" creationId="{BC5AAF7C-7FD7-A526-5C1B-57DC57578911}"/>
          </ac:spMkLst>
        </pc:spChg>
      </pc:sldChg>
      <pc:sldChg chg="addSp delSp modSp add replId">
        <pc:chgData name="Guest User" userId="" providerId="Windows Live" clId="Web-{1B4702AB-D6AA-B107-9959-C558B33598D4}" dt="2026-09-16T02:20:16.024" v="273" actId="14100"/>
        <pc:sldMkLst>
          <pc:docMk/>
          <pc:sldMk cId="722382315" sldId="278"/>
        </pc:sldMkLst>
        <pc:spChg chg="mod">
          <ac:chgData name="Guest User" userId="" providerId="Windows Live" clId="Web-{1B4702AB-D6AA-B107-9959-C558B33598D4}" dt="2026-09-16T02:20:16.024" v="273" actId="14100"/>
          <ac:spMkLst>
            <pc:docMk/>
            <pc:sldMk cId="722382315" sldId="278"/>
            <ac:spMk id="3" creationId="{3A59A15E-5F23-96F0-94B8-CF13CEF8F364}"/>
          </ac:spMkLst>
        </pc:spChg>
        <pc:picChg chg="add del mod">
          <ac:chgData name="Guest User" userId="" providerId="Windows Live" clId="Web-{1B4702AB-D6AA-B107-9959-C558B33598D4}" dt="2026-09-16T01:59:12.726" v="226"/>
          <ac:picMkLst>
            <pc:docMk/>
            <pc:sldMk cId="722382315" sldId="278"/>
            <ac:picMk id="2" creationId="{6B61BFF7-50E8-951D-E467-B22FA827FCE9}"/>
          </ac:picMkLst>
        </pc:picChg>
        <pc:picChg chg="add mod modCrop">
          <ac:chgData name="Guest User" userId="" providerId="Windows Live" clId="Web-{1B4702AB-D6AA-B107-9959-C558B33598D4}" dt="2026-09-16T02:06:58.400" v="249" actId="1076"/>
          <ac:picMkLst>
            <pc:docMk/>
            <pc:sldMk cId="722382315" sldId="278"/>
            <ac:picMk id="4" creationId="{610526C7-B1C2-7C06-E981-86F4E86B868D}"/>
          </ac:picMkLst>
        </pc:picChg>
      </pc:sldChg>
    </pc:docChg>
  </pc:docChgLst>
  <pc:docChgLst>
    <pc:chgData name="Guest User" providerId="Windows Live" clId="Web-{975F9EB5-038E-DA2B-04E1-8749A24FC140}"/>
    <pc:docChg chg="addSld delSld modSld sldOrd">
      <pc:chgData name="Guest User" userId="" providerId="Windows Live" clId="Web-{975F9EB5-038E-DA2B-04E1-8749A24FC140}" dt="2026-09-15T17:27:54.349" v="968" actId="20577"/>
      <pc:docMkLst>
        <pc:docMk/>
      </pc:docMkLst>
      <pc:sldChg chg="modSp">
        <pc:chgData name="Guest User" userId="" providerId="Windows Live" clId="Web-{975F9EB5-038E-DA2B-04E1-8749A24FC140}" dt="2026-09-15T17:09:45.632" v="111" actId="20577"/>
        <pc:sldMkLst>
          <pc:docMk/>
          <pc:sldMk cId="0" sldId="257"/>
        </pc:sldMkLst>
        <pc:spChg chg="mod">
          <ac:chgData name="Guest User" userId="" providerId="Windows Live" clId="Web-{975F9EB5-038E-DA2B-04E1-8749A24FC140}" dt="2026-09-15T17:09:45.632" v="111" actId="20577"/>
          <ac:spMkLst>
            <pc:docMk/>
            <pc:sldMk cId="0" sldId="257"/>
            <ac:spMk id="36" creationId="{00000000-0000-0000-0000-000000000000}"/>
          </ac:spMkLst>
        </pc:spChg>
      </pc:sldChg>
      <pc:sldChg chg="addSp delSp modSp">
        <pc:chgData name="Guest User" userId="" providerId="Windows Live" clId="Web-{975F9EB5-038E-DA2B-04E1-8749A24FC140}" dt="2026-09-15T17:27:54.349" v="968" actId="20577"/>
        <pc:sldMkLst>
          <pc:docMk/>
          <pc:sldMk cId="3275694735" sldId="264"/>
        </pc:sldMkLst>
        <pc:spChg chg="add del mod">
          <ac:chgData name="Guest User" userId="" providerId="Windows Live" clId="Web-{975F9EB5-038E-DA2B-04E1-8749A24FC140}" dt="2026-09-15T17:12:10.843" v="129"/>
          <ac:spMkLst>
            <pc:docMk/>
            <pc:sldMk cId="3275694735" sldId="264"/>
            <ac:spMk id="2" creationId="{A12E6325-F1DD-27E3-E5BC-4DB6A0A8E7A4}"/>
          </ac:spMkLst>
        </pc:spChg>
        <pc:spChg chg="mod">
          <ac:chgData name="Guest User" userId="" providerId="Windows Live" clId="Web-{975F9EB5-038E-DA2B-04E1-8749A24FC140}" dt="2026-09-15T17:27:54.349" v="968" actId="20577"/>
          <ac:spMkLst>
            <pc:docMk/>
            <pc:sldMk cId="3275694735" sldId="264"/>
            <ac:spMk id="3" creationId="{7C3A3F9A-D9BF-4A05-F7F2-05DDD65DDE64}"/>
          </ac:spMkLst>
        </pc:spChg>
        <pc:spChg chg="mod">
          <ac:chgData name="Guest User" userId="" providerId="Windows Live" clId="Web-{975F9EB5-038E-DA2B-04E1-8749A24FC140}" dt="2026-09-15T17:10:15.071" v="124" actId="20577"/>
          <ac:spMkLst>
            <pc:docMk/>
            <pc:sldMk cId="3275694735" sldId="264"/>
            <ac:spMk id="5" creationId="{F0197EC2-277C-5CF5-6D5D-E24C182DD62B}"/>
          </ac:spMkLst>
        </pc:spChg>
      </pc:sldChg>
      <pc:sldChg chg="new del">
        <pc:chgData name="Guest User" userId="" providerId="Windows Live" clId="Web-{975F9EB5-038E-DA2B-04E1-8749A24FC140}" dt="2026-09-15T17:12:31.188" v="131"/>
        <pc:sldMkLst>
          <pc:docMk/>
          <pc:sldMk cId="1855139163" sldId="269"/>
        </pc:sldMkLst>
      </pc:sldChg>
      <pc:sldChg chg="addSp delSp modSp add ord replId">
        <pc:chgData name="Guest User" userId="" providerId="Windows Live" clId="Web-{975F9EB5-038E-DA2B-04E1-8749A24FC140}" dt="2026-09-15T17:25:45.592" v="956" actId="20577"/>
        <pc:sldMkLst>
          <pc:docMk/>
          <pc:sldMk cId="2440443882" sldId="270"/>
        </pc:sldMkLst>
        <pc:spChg chg="add del">
          <ac:chgData name="Guest User" userId="" providerId="Windows Live" clId="Web-{975F9EB5-038E-DA2B-04E1-8749A24FC140}" dt="2026-09-15T17:16:33.983" v="410"/>
          <ac:spMkLst>
            <pc:docMk/>
            <pc:sldMk cId="2440443882" sldId="270"/>
            <ac:spMk id="2" creationId="{5B8B24E5-A184-5102-C3BB-0AD96015D056}"/>
          </ac:spMkLst>
        </pc:spChg>
        <pc:spChg chg="mod">
          <ac:chgData name="Guest User" userId="" providerId="Windows Live" clId="Web-{975F9EB5-038E-DA2B-04E1-8749A24FC140}" dt="2026-09-15T17:25:45.592" v="956" actId="20577"/>
          <ac:spMkLst>
            <pc:docMk/>
            <pc:sldMk cId="2440443882" sldId="270"/>
            <ac:spMk id="3" creationId="{EA37DE04-466D-FF07-57C1-6F2DD03463ED}"/>
          </ac:spMkLst>
        </pc:spChg>
      </pc:sldChg>
      <pc:sldChg chg="new del">
        <pc:chgData name="Guest User" userId="" providerId="Windows Live" clId="Web-{975F9EB5-038E-DA2B-04E1-8749A24FC140}" dt="2026-09-15T17:26:24.078" v="959"/>
        <pc:sldMkLst>
          <pc:docMk/>
          <pc:sldMk cId="3968747742" sldId="271"/>
        </pc:sldMkLst>
      </pc:sldChg>
      <pc:sldChg chg="modSp add ord replId">
        <pc:chgData name="Guest User" userId="" providerId="Windows Live" clId="Web-{975F9EB5-038E-DA2B-04E1-8749A24FC140}" dt="2026-09-15T17:23:59.258" v="915" actId="20577"/>
        <pc:sldMkLst>
          <pc:docMk/>
          <pc:sldMk cId="920851549" sldId="272"/>
        </pc:sldMkLst>
        <pc:spChg chg="mod">
          <ac:chgData name="Guest User" userId="" providerId="Windows Live" clId="Web-{975F9EB5-038E-DA2B-04E1-8749A24FC140}" dt="2026-09-15T17:23:59.258" v="915" actId="20577"/>
          <ac:spMkLst>
            <pc:docMk/>
            <pc:sldMk cId="920851549" sldId="272"/>
            <ac:spMk id="3" creationId="{B9E0D62A-7563-FEA6-B077-F19529BDA1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" name="Google Shape;6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6C27B84-105B-E465-37AA-408D4A15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>
            <a:extLst>
              <a:ext uri="{FF2B5EF4-FFF2-40B4-BE49-F238E27FC236}">
                <a16:creationId xmlns:a16="http://schemas.microsoft.com/office/drawing/2014/main" id="{DB7AACB3-AC3D-E5BC-486F-55A847233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" name="Google Shape;65;p5:notes">
            <a:extLst>
              <a:ext uri="{FF2B5EF4-FFF2-40B4-BE49-F238E27FC236}">
                <a16:creationId xmlns:a16="http://schemas.microsoft.com/office/drawing/2014/main" id="{A843AB18-E176-E908-58B9-A99CEFF155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:notes">
            <a:extLst>
              <a:ext uri="{FF2B5EF4-FFF2-40B4-BE49-F238E27FC236}">
                <a16:creationId xmlns:a16="http://schemas.microsoft.com/office/drawing/2014/main" id="{8AD92846-8A23-DCF4-3367-42B08C0C6B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436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 t="-108000" b="-108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/home/claude/origin/celeste_logo_clea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219" y="228600"/>
            <a:ext cx="1089890" cy="100907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0362895" y="457200"/>
            <a:ext cx="1051560" cy="1051560"/>
          </a:xfrm>
          <a:prstGeom prst="ellipse">
            <a:avLst/>
          </a:prstGeom>
          <a:noFill/>
          <a:ln w="12700" cap="flat" cmpd="sng">
            <a:solidFill>
              <a:srgbClr val="3A4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219917" y="557098"/>
            <a:ext cx="94640" cy="94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4192793" y="103102"/>
            <a:ext cx="3848548" cy="88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Cambria"/>
              <a:buNone/>
            </a:pPr>
            <a:r>
              <a:rPr lang="en-US" sz="6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ORIGIN</a:t>
            </a:r>
            <a:endParaRPr sz="6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640080" y="858279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A CELESTE RESEARCH SPRINT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4559655" y="1315479"/>
            <a:ext cx="3108960" cy="0"/>
          </a:xfrm>
          <a:prstGeom prst="straightConnector1">
            <a:avLst/>
          </a:prstGeom>
          <a:noFill/>
          <a:ln w="12700" cap="flat" cmpd="sng">
            <a:solidFill>
              <a:srgbClr val="2A36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3"/>
          <p:cNvSpPr txBox="1"/>
          <p:nvPr/>
        </p:nvSpPr>
        <p:spPr>
          <a:xfrm>
            <a:off x="640078" y="4365656"/>
            <a:ext cx="11006571" cy="124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9FB3C8"/>
              </a:buClr>
              <a:buSzPts val="1200"/>
            </a:pPr>
            <a:r>
              <a:rPr lang="en-US" sz="3200" i="0" u="none" strike="noStrike" cap="none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RESEARCH PAPER TITLE : </a:t>
            </a:r>
            <a:r>
              <a:rPr lang="en-IN" sz="3200">
                <a:solidFill>
                  <a:schemeClr val="bg1"/>
                </a:solidFill>
              </a:rPr>
              <a:t>Navigating the Future of Space      Exploration: An Overview of Reusable Launch Vehicles</a:t>
            </a:r>
            <a:endParaRPr lang="en-US" sz="3200" i="0" u="none" strike="noStrike" cap="none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40078" y="3534893"/>
            <a:ext cx="10579839" cy="1169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6B7C8D"/>
              </a:buClr>
              <a:buSzPts val="1000"/>
            </a:pPr>
            <a:r>
              <a:rPr lang="en-US" sz="2800" i="0" u="none" strike="noStrike" cap="none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THEME                    :  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Rocketry &amp; Future Space Transportation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40078" y="1476622"/>
            <a:ext cx="4800139" cy="45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C8D"/>
              </a:buClr>
              <a:buSzPts val="1000"/>
              <a:buFont typeface="Calibri"/>
              <a:buNone/>
            </a:pPr>
            <a:r>
              <a:rPr lang="en-US" sz="2800" b="0" i="0" u="none" strike="noStrike" cap="none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TEAM NUMBER    :    4</a:t>
            </a:r>
            <a:endParaRPr lang="en-US" sz="2800" b="0" i="0" u="none" strike="noStrike" cap="none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640078" y="1611738"/>
            <a:ext cx="8199121" cy="2552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B7C8D"/>
              </a:buClr>
              <a:buSzPts val="1000"/>
            </a:pPr>
            <a:r>
              <a:rPr lang="en-US" sz="2800" i="0" u="none" strike="noStrike" cap="none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TEAM 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MEMBERS :    Kaustubha </a:t>
            </a:r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Kodandapani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(449) 		                 Anwitha Koneru (499)</a:t>
            </a:r>
            <a:endParaRPr lang="en-US">
              <a:solidFill>
                <a:schemeClr val="bg1"/>
              </a:solidFill>
            </a:endParaRPr>
          </a:p>
          <a:p>
            <a:pPr>
              <a:buClr>
                <a:srgbClr val="6B7C8D"/>
              </a:buClr>
              <a:buSzPts val="1000"/>
            </a:pP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		                 </a:t>
            </a:r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Chennuru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Neelotpala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(4A4)</a:t>
            </a:r>
            <a:endParaRPr lang="en-US" sz="28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  <a:p>
            <a:pPr lvl="0">
              <a:buClr>
                <a:srgbClr val="6B7C8D"/>
              </a:buClr>
              <a:buSzPts val="1000"/>
            </a:pP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                                     </a:t>
            </a:r>
            <a:r>
              <a:rPr lang="en-US" sz="2800" err="1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Gongalla</a:t>
            </a:r>
            <a:r>
              <a:rPr lang="en-US" sz="2800">
                <a:solidFill>
                  <a:schemeClr val="bg1"/>
                </a:solidFill>
                <a:latin typeface="Times New Roman"/>
                <a:ea typeface="Calibri"/>
                <a:cs typeface="Times New Roman"/>
                <a:sym typeface="Calibri"/>
              </a:rPr>
              <a:t> Sloka Reddy (4A9)</a:t>
            </a:r>
            <a:endParaRPr lang="en-US" sz="2800">
              <a:solidFill>
                <a:schemeClr val="bg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E2B929-38DE-74BC-A415-79CE724CA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7779" y="103102"/>
            <a:ext cx="1575814" cy="15758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ording 2026-09-16 070047">
            <a:hlinkClick r:id="" action="ppaction://media"/>
            <a:extLst>
              <a:ext uri="{FF2B5EF4-FFF2-40B4-BE49-F238E27FC236}">
                <a16:creationId xmlns:a16="http://schemas.microsoft.com/office/drawing/2014/main" id="{434A6353-3304-AC2C-6AD3-1EB3FC769D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000" y="147320"/>
            <a:ext cx="3830320" cy="6573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48C736-3684-3E6C-1C9C-2DE0212ADBB0}"/>
              </a:ext>
            </a:extLst>
          </p:cNvPr>
          <p:cNvSpPr txBox="1"/>
          <p:nvPr/>
        </p:nvSpPr>
        <p:spPr>
          <a:xfrm>
            <a:off x="3968764" y="153694"/>
            <a:ext cx="63601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accent1">
                    <a:lumMod val="76000"/>
                  </a:schemeClr>
                </a:solidFill>
              </a:rPr>
              <a:t>SpaceX's Falcon 9 stage separation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5686B-2901-E331-8D6C-D6E951F1F943}"/>
              </a:ext>
            </a:extLst>
          </p:cNvPr>
          <p:cNvSpPr txBox="1"/>
          <p:nvPr/>
        </p:nvSpPr>
        <p:spPr>
          <a:xfrm>
            <a:off x="4223173" y="745265"/>
            <a:ext cx="7480262" cy="57551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73D81F-5EFF-CA6F-C328-8CDF3342C197}"/>
              </a:ext>
            </a:extLst>
          </p:cNvPr>
          <p:cNvSpPr txBox="1"/>
          <p:nvPr/>
        </p:nvSpPr>
        <p:spPr>
          <a:xfrm>
            <a:off x="5539568" y="964381"/>
            <a:ext cx="3709729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Calibri"/>
                <a:cs typeface="Calibri"/>
              </a:rPr>
              <a:t>Basic RLV Operation: </a:t>
            </a:r>
          </a:p>
          <a:p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Launch &amp; Ascent to Orbit</a:t>
            </a:r>
          </a:p>
          <a:p>
            <a:pPr marL="342900" indent="-342900">
              <a:buAutoNum type="arabicPeriod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Stage Separation</a:t>
            </a:r>
          </a:p>
          <a:p>
            <a:pPr marL="342900" indent="-342900">
              <a:buAutoNum type="arabicPeriod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Orientation Flip</a:t>
            </a:r>
          </a:p>
          <a:p>
            <a:pPr marL="342900" indent="-342900">
              <a:buAutoNum type="arabicPeriod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 err="1">
                <a:latin typeface="Calibri"/>
                <a:ea typeface="Calibri"/>
                <a:cs typeface="Calibri"/>
              </a:rPr>
              <a:t>Boostback</a:t>
            </a:r>
            <a:r>
              <a:rPr lang="en-US" sz="2000">
                <a:latin typeface="Calibri"/>
                <a:ea typeface="Calibri"/>
                <a:cs typeface="Calibri"/>
              </a:rPr>
              <a:t> Burn</a:t>
            </a:r>
          </a:p>
          <a:p>
            <a:pPr marL="342900" indent="-342900">
              <a:buAutoNum type="arabicPeriod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Atmospheric Re-entry Burn</a:t>
            </a:r>
          </a:p>
          <a:p>
            <a:pPr marL="342900" indent="-342900">
              <a:buAutoNum type="arabicPeriod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2000">
                <a:latin typeface="Calibri"/>
                <a:ea typeface="Calibri"/>
                <a:cs typeface="Calibri"/>
              </a:rPr>
              <a:t>Grid Fins Deployment</a:t>
            </a:r>
          </a:p>
          <a:p>
            <a:endParaRPr lang="en-US" sz="1800">
              <a:latin typeface="Calibri"/>
              <a:ea typeface="Calibri"/>
              <a:cs typeface="Calibri"/>
            </a:endParaRPr>
          </a:p>
          <a:p>
            <a:endParaRPr lang="en-US" sz="1800">
              <a:latin typeface="Calibri"/>
              <a:ea typeface="Calibri"/>
              <a:cs typeface="Calibri"/>
            </a:endParaRPr>
          </a:p>
          <a:p>
            <a:endParaRPr lang="en-US" sz="1800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538DDBB6-D006-0175-475A-66B94EA4D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03903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78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2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 descr="/home/claude/origin/celeste_logo_clea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727" y="303903"/>
            <a:ext cx="807281" cy="67450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D7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621792" y="19659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lang="en-US" sz="54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24993" y="3063240"/>
            <a:ext cx="1072865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827"/>
              </a:buClr>
              <a:buSzPts val="4600"/>
            </a:pPr>
            <a:r>
              <a:rPr lang="en-US" sz="4600" b="1">
                <a:solidFill>
                  <a:schemeClr val="accent1"/>
                </a:solidFill>
                <a:latin typeface="Cambria"/>
                <a:ea typeface="Cambria"/>
              </a:rPr>
              <a:t>OBJECTIVES / PURPOSE OF THE PAPER</a:t>
            </a:r>
            <a:endParaRPr lang="en-IN" sz="4600" b="1">
              <a:solidFill>
                <a:schemeClr val="accent1"/>
              </a:solidFill>
              <a:latin typeface="Cambria"/>
              <a:ea typeface="Camb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600"/>
              <a:buFont typeface="Cambria"/>
              <a:buNone/>
            </a:pPr>
            <a:endParaRPr sz="4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658368" y="4892040"/>
            <a:ext cx="2011680" cy="0"/>
          </a:xfrm>
          <a:prstGeom prst="straightConnector1">
            <a:avLst/>
          </a:prstGeom>
          <a:noFill/>
          <a:ln w="15875" cap="flat" cmpd="sng">
            <a:solidFill>
              <a:srgbClr val="E4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18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B7186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2C8EA792-8D84-D47C-DEE9-FD0A72CFE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03903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3F7FAE-B97D-C390-06CA-D8F2C3D209D2}"/>
              </a:ext>
            </a:extLst>
          </p:cNvPr>
          <p:cNvSpPr txBox="1"/>
          <p:nvPr/>
        </p:nvSpPr>
        <p:spPr>
          <a:xfrm>
            <a:off x="408709" y="1099355"/>
            <a:ext cx="11374581" cy="46592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 algn="l">
              <a:lnSpc>
                <a:spcPct val="150000"/>
              </a:lnSpc>
              <a:buChar char="•"/>
            </a:pP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Traditional rockets fly once and are discarded, making space access extremely costly, this paper examines whether </a:t>
            </a: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reuse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 can change that.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 marL="342900" lvl="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This study provides a structured </a:t>
            </a: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overview of reusable launch vehicles (RLVs),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integrating technological, economic, and environmental perspectives based on a narrative </a:t>
            </a: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review of 23 studies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published between 2016 and 2024. </a:t>
            </a:r>
          </a:p>
          <a:p>
            <a:pPr marL="342900" lvl="0" indent="-342900">
              <a:lnSpc>
                <a:spcPct val="150000"/>
              </a:lnSpc>
              <a:buChar char="•"/>
            </a:pP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Its core purpose is to map what is already </a:t>
            </a: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proven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, what is </a:t>
            </a: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economically promising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, and what remains </a:t>
            </a: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unsustainable.</a:t>
            </a:r>
            <a:endParaRPr lang="en-IN" sz="2000" b="0" i="0">
              <a:solidFill>
                <a:schemeClr val="bg2">
                  <a:lumMod val="76000"/>
                </a:schemeClr>
              </a:solidFill>
              <a:effectLst/>
              <a:latin typeface="Arial"/>
            </a:endParaRPr>
          </a:p>
          <a:p>
            <a:pPr marL="342900" lvl="0" indent="-342900" algn="l">
              <a:lnSpc>
                <a:spcPct val="150000"/>
              </a:lnSpc>
              <a:buChar char="•"/>
            </a:pP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By comparing from these 23 studies, the paper exposes where research is strong and where gaps remain.</a:t>
            </a:r>
          </a:p>
          <a:p>
            <a:pPr marL="342900" lvl="0" indent="-342900" algn="l">
              <a:lnSpc>
                <a:spcPct val="150000"/>
              </a:lnSpc>
              <a:buChar char="•"/>
            </a:pP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These identified gaps are meant to </a:t>
            </a: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guide future RLV research and development.</a:t>
            </a:r>
            <a:endParaRPr lang="en-IN" sz="1100" b="0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019FA9C7-52DB-0FE5-53ED-91BB56AD3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842" y="203320"/>
            <a:ext cx="968448" cy="96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16;p3" descr="/home/claude/origin/celeste_logo_clean.png">
            <a:extLst>
              <a:ext uri="{FF2B5EF4-FFF2-40B4-BE49-F238E27FC236}">
                <a16:creationId xmlns:a16="http://schemas.microsoft.com/office/drawing/2014/main" id="{F6EA14E3-0E4A-5FB0-3A8B-4C96ABADBC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000" y="304800"/>
            <a:ext cx="968448" cy="8107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1961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/home/claude/origin/celeste_logo_clea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727" y="228600"/>
            <a:ext cx="807281" cy="7498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D7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1227223" y="535381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4800" b="1" i="0" u="none" strike="noStrike" cap="none">
                <a:solidFill>
                  <a:schemeClr val="bg2">
                    <a:lumMod val="76000"/>
                  </a:schemeClr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lang="en-US" sz="5400" b="0" i="0" u="none" strike="noStrike" cap="none">
              <a:solidFill>
                <a:schemeClr val="bg2">
                  <a:lumMod val="76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2094282" y="457200"/>
            <a:ext cx="8870495" cy="146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11827"/>
              </a:buClr>
              <a:buSzPts val="4600"/>
            </a:pPr>
            <a:r>
              <a:rPr lang="en-US" sz="4400" b="1">
                <a:solidFill>
                  <a:schemeClr val="bg2">
                    <a:lumMod val="76000"/>
                  </a:schemeClr>
                </a:solidFill>
                <a:latin typeface="Cambria"/>
                <a:ea typeface="Cambria"/>
              </a:rPr>
              <a:t>BACKGROUND &amp; KEY CONCEPTS</a:t>
            </a:r>
          </a:p>
        </p:txBody>
      </p:sp>
      <p:sp>
        <p:nvSpPr>
          <p:cNvPr id="50" name="Google Shape;50;p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18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B7186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B69AB7F4-E847-D98A-9E0E-7CC5D020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12868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C9E084-602B-965D-422D-F65AE9016339}"/>
              </a:ext>
            </a:extLst>
          </p:cNvPr>
          <p:cNvSpPr txBox="1"/>
          <p:nvPr/>
        </p:nvSpPr>
        <p:spPr>
          <a:xfrm>
            <a:off x="649344" y="1737425"/>
            <a:ext cx="10578152" cy="45379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ELV vs RLV: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 traditional rockets launch once and are discarded → expensive, unsustainable;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                            RLVs are reused for cost-efficient, higher-frequency access to space </a:t>
            </a: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Propulsion: 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staged-combustion engines, throttle capability, cleaner fuels (liquid methane)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                           Merlin engines need minimal refurbishment.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Thermal Protection (TPS): 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re-entry heats reach ~1,500°C.</a:t>
            </a:r>
          </a:p>
          <a:p>
            <a:pPr>
              <a:lnSpc>
                <a:spcPct val="150000"/>
              </a:lnSpc>
            </a:pP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                                 Reinforced carbon–carbon composites &amp; ultra-high-temperature ceramics.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GNC: 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autonomous guidance for precise vertical landing using real-time data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MRO &amp; turnaround: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 modular design + predictive maintenance to speed </a:t>
            </a:r>
            <a:r>
              <a:rPr lang="en-IN" sz="1950" err="1">
                <a:solidFill>
                  <a:schemeClr val="bg2">
                    <a:lumMod val="76000"/>
                  </a:schemeClr>
                </a:solidFill>
              </a:rPr>
              <a:t>reflight</a:t>
            </a:r>
            <a:endParaRPr lang="en-IN" sz="1950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950" b="1">
                <a:solidFill>
                  <a:schemeClr val="bg2">
                    <a:lumMod val="76000"/>
                  </a:schemeClr>
                </a:solidFill>
              </a:rPr>
              <a:t>Space-as-a-Service: </a:t>
            </a:r>
            <a:r>
              <a:rPr lang="en-IN" sz="1950">
                <a:solidFill>
                  <a:schemeClr val="bg2">
                    <a:lumMod val="76000"/>
                  </a:schemeClr>
                </a:solidFill>
              </a:rPr>
              <a:t>rideshare models replacing bespoke 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/home/claude/origin/celeste_logo_clea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0291" y="303903"/>
            <a:ext cx="726717" cy="67450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D7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621792" y="19659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5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658368" y="3063240"/>
            <a:ext cx="1072865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11827"/>
              </a:buClr>
              <a:buSzPts val="4600"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</a:rPr>
              <a:t>METHODOLOGY / APPROACH </a:t>
            </a:r>
            <a:endParaRPr sz="4600" b="1">
              <a:solidFill>
                <a:srgbClr val="FFFFFF"/>
              </a:solidFill>
              <a:latin typeface="Cambria"/>
              <a:ea typeface="Cambria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18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B7186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EA6862A3-8E7C-E41F-EEE4-DF272569A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03903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FFD9F-4519-6120-5D9D-B3AC2E930A79}"/>
              </a:ext>
            </a:extLst>
          </p:cNvPr>
          <p:cNvSpPr txBox="1"/>
          <p:nvPr/>
        </p:nvSpPr>
        <p:spPr>
          <a:xfrm>
            <a:off x="369454" y="185598"/>
            <a:ext cx="11453091" cy="69603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This study uses a narrative literature review approach. 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 panose="020B0604020202020204" pitchFamily="34" charset="0"/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Literature for this review was selected according to four criteria :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Must substantively address reusable rocketry (tech / economics / environment / policy)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Published 2016–2024 only, peer-reviewed work prioritized (journals, conferences, theses)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Sources accessible via academic databases &amp; institutional subscriptions 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85750" lvl="3" indent="-28575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Papers grouped into 3 analytical clusters by primary focus (technology / economics /sustainability)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This study uses a narrative literature review approach. 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Literature for this review was selected according to four criteria :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Must substantively address reusable rocketry (tech / economics / environment / policy)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Published 2016–2024 only; peer-reviewed work prioritized (journals, conferences, theses)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Published 2016–2024 only; peer-reviewed work prioritized (journals, conferences, theses)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1079500" lvl="3" indent="-342900">
              <a:lnSpc>
                <a:spcPct val="150000"/>
              </a:lnSpc>
              <a:buAutoNum type="arabicPeriod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Sources accessible via academic databases &amp; institutional subscriptions </a:t>
            </a: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lvl="3">
              <a:lnSpc>
                <a:spcPct val="150000"/>
              </a:lnSpc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F93A84F3-30F4-A0F5-2416-937EC9CE5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3344" y="185598"/>
            <a:ext cx="929201" cy="9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27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" descr="/home/claude/origin/celeste_logo_clea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727" y="303903"/>
            <a:ext cx="807281" cy="67450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D7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640080" y="1160824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5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643641" y="2121131"/>
            <a:ext cx="1072865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11827"/>
              </a:buClr>
              <a:buSzPts val="4600"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</a:rPr>
              <a:t>RESULTS / EVIDENCE / OBSERVATIONS</a:t>
            </a:r>
          </a:p>
        </p:txBody>
      </p:sp>
      <p:sp>
        <p:nvSpPr>
          <p:cNvPr id="74" name="Google Shape;74;p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18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5B7186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F36858F6-C368-5D8C-D730-69209D56B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03903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33F108-B2F0-2CF1-0637-A6849E4C3709}"/>
              </a:ext>
            </a:extLst>
          </p:cNvPr>
          <p:cNvSpPr txBox="1"/>
          <p:nvPr/>
        </p:nvSpPr>
        <p:spPr>
          <a:xfrm>
            <a:off x="640080" y="3909185"/>
            <a:ext cx="1049897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i="0">
                <a:solidFill>
                  <a:srgbClr val="FFFFFF"/>
                </a:solidFill>
                <a:effectLst/>
                <a:latin typeface="Arial"/>
              </a:rPr>
              <a:t>How the evidence is organized</a:t>
            </a:r>
            <a:r>
              <a:rPr lang="en-IN" sz="2800" b="0" i="0">
                <a:solidFill>
                  <a:srgbClr val="FFFFFF"/>
                </a:solidFill>
                <a:effectLst/>
                <a:latin typeface="Arial"/>
              </a:rPr>
              <a:t> — The 23 reviewed studies fall into three clusters: </a:t>
            </a:r>
            <a:r>
              <a:rPr lang="en-IN" sz="2800" b="1" i="0">
                <a:solidFill>
                  <a:srgbClr val="FFFFFF"/>
                </a:solidFill>
                <a:effectLst/>
                <a:latin typeface="Arial"/>
              </a:rPr>
              <a:t>technology </a:t>
            </a:r>
            <a:r>
              <a:rPr lang="en-IN" sz="2800" i="0">
                <a:solidFill>
                  <a:srgbClr val="FFFFFF"/>
                </a:solidFill>
                <a:effectLst/>
                <a:latin typeface="Arial"/>
              </a:rPr>
              <a:t>(12 papers, ~52%), </a:t>
            </a:r>
            <a:r>
              <a:rPr lang="en-IN" sz="2800" b="0" i="0">
                <a:solidFill>
                  <a:srgbClr val="FFFFFF"/>
                </a:solidFill>
                <a:effectLst/>
                <a:latin typeface="Arial"/>
              </a:rPr>
              <a:t>economics (6 paper, ~</a:t>
            </a:r>
            <a:r>
              <a:rPr lang="en-IN" sz="2800">
                <a:solidFill>
                  <a:srgbClr val="FFFFFF"/>
                </a:solidFill>
              </a:rPr>
              <a:t>26%</a:t>
            </a:r>
            <a:r>
              <a:rPr lang="en-IN" sz="2800" b="0" i="0">
                <a:solidFill>
                  <a:srgbClr val="FFFFFF"/>
                </a:solidFill>
                <a:effectLst/>
                <a:latin typeface="Arial"/>
              </a:rPr>
              <a:t>), and environment/sustainability (5 papers, </a:t>
            </a:r>
            <a:r>
              <a:rPr lang="en-IN" sz="2800">
                <a:solidFill>
                  <a:srgbClr val="FFFFFF"/>
                </a:solidFill>
              </a:rPr>
              <a:t>~22%</a:t>
            </a:r>
            <a:r>
              <a:rPr lang="en-IN" sz="2800" b="0" i="0">
                <a:solidFill>
                  <a:srgbClr val="FFFFFF"/>
                </a:solidFill>
                <a:effectLst/>
                <a:latin typeface="Arial"/>
              </a:rPr>
              <a:t>) — showing research attention is uneven.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A3F9A-D9BF-4A05-F7F2-05DDD65DDE64}"/>
              </a:ext>
            </a:extLst>
          </p:cNvPr>
          <p:cNvSpPr txBox="1"/>
          <p:nvPr/>
        </p:nvSpPr>
        <p:spPr>
          <a:xfrm>
            <a:off x="665018" y="1845267"/>
            <a:ext cx="10861964" cy="37286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Over 50% of the surveyed literature i.e. 12 out of 23 papers represents technological development 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Mainly focusing on :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Propulsion Systems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Engines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Thermal Protection Systems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Maintenance, Repair and Overhaul (MRO)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Guidance, Navigation and Control (GNC)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97EC2-277C-5CF5-6D5D-E24C182DD62B}"/>
              </a:ext>
            </a:extLst>
          </p:cNvPr>
          <p:cNvSpPr txBox="1"/>
          <p:nvPr/>
        </p:nvSpPr>
        <p:spPr>
          <a:xfrm>
            <a:off x="0" y="69199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200" b="1">
                <a:solidFill>
                  <a:schemeClr val="bg2">
                    <a:lumMod val="76000"/>
                  </a:schemeClr>
                </a:solidFill>
              </a:rPr>
              <a:t>TECHNOLOGICAL DEVELOPMENT</a:t>
            </a:r>
            <a:endParaRPr lang="en-IN" sz="3200" b="1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43159C80-290B-1177-3CF4-03B10583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7352" y="303903"/>
            <a:ext cx="974921" cy="974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6;p3" descr="/home/claude/origin/celeste_logo_clean.png">
            <a:extLst>
              <a:ext uri="{FF2B5EF4-FFF2-40B4-BE49-F238E27FC236}">
                <a16:creationId xmlns:a16="http://schemas.microsoft.com/office/drawing/2014/main" id="{7D289452-5CE1-9641-D24E-03EBB85335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527" y="303903"/>
            <a:ext cx="808921" cy="811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5694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0A19-BB7D-342E-843E-E8693BE0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E0D62A-7563-FEA6-B077-F19529BDA1DA}"/>
              </a:ext>
            </a:extLst>
          </p:cNvPr>
          <p:cNvSpPr txBox="1"/>
          <p:nvPr/>
        </p:nvSpPr>
        <p:spPr>
          <a:xfrm>
            <a:off x="665018" y="1887020"/>
            <a:ext cx="10861964" cy="4651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PROPULSION SYSTEMS :</a:t>
            </a:r>
            <a:endParaRPr lang="en-US" b="1">
              <a:solidFill>
                <a:schemeClr val="bg2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They focus on staged combustion cycles ,throttle and using clearer liquid methane which allow multiple burns with minimal refurbishment 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ENGINE :</a:t>
            </a:r>
          </a:p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SpaceX's ninth starship test flight reused one of its raptor </a:t>
            </a:r>
            <a:r>
              <a:rPr lang="en-IN" sz="2000" err="1">
                <a:solidFill>
                  <a:schemeClr val="bg2">
                    <a:lumMod val="76000"/>
                  </a:schemeClr>
                </a:solidFill>
              </a:rPr>
              <a:t>engins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three times until the vehicle stopped working</a:t>
            </a: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THERMAL PROTECTION SYSTEMS :</a:t>
            </a:r>
          </a:p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Usage of high temperature ceramics which can withstand heat </a:t>
            </a:r>
          </a:p>
          <a:p>
            <a:pPr>
              <a:lnSpc>
                <a:spcPct val="150000"/>
              </a:lnSpc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505D4-531F-EB30-3F72-2C7341EA45EE}"/>
              </a:ext>
            </a:extLst>
          </p:cNvPr>
          <p:cNvSpPr txBox="1"/>
          <p:nvPr/>
        </p:nvSpPr>
        <p:spPr>
          <a:xfrm>
            <a:off x="0" y="69199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200" b="1">
                <a:solidFill>
                  <a:schemeClr val="bg2">
                    <a:lumMod val="76000"/>
                  </a:schemeClr>
                </a:solidFill>
              </a:rPr>
              <a:t>TECHNOLOGICAL DEVELOPMENT</a:t>
            </a:r>
            <a:endParaRPr lang="en-IN" sz="3200" b="1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2FFD7D2C-92E6-CAFD-5D4C-F43CA03B1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920" y="303903"/>
            <a:ext cx="1002353" cy="100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6;p3" descr="/home/claude/origin/celeste_logo_clean.png">
            <a:extLst>
              <a:ext uri="{FF2B5EF4-FFF2-40B4-BE49-F238E27FC236}">
                <a16:creationId xmlns:a16="http://schemas.microsoft.com/office/drawing/2014/main" id="{2C72CBE9-9A4A-6A77-7D5F-A17D0F0B3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726" y="362815"/>
            <a:ext cx="828709" cy="782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085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F1B3-9227-7EEA-AF25-0096949D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37DE04-466D-FF07-57C1-6F2DD03463ED}"/>
              </a:ext>
            </a:extLst>
          </p:cNvPr>
          <p:cNvSpPr txBox="1"/>
          <p:nvPr/>
        </p:nvSpPr>
        <p:spPr>
          <a:xfrm>
            <a:off x="665018" y="1845267"/>
            <a:ext cx="10861964" cy="32669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MRO :</a:t>
            </a: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Turnaround time is decreased by using modular systems and sensor data is used for predictive maintenance </a:t>
            </a:r>
          </a:p>
          <a:p>
            <a:pPr>
              <a:lnSpc>
                <a:spcPct val="150000"/>
              </a:lnSpc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GNC :</a:t>
            </a:r>
            <a:endParaRPr lang="en-IN" sz="2000" b="1" i="0">
              <a:solidFill>
                <a:schemeClr val="bg2">
                  <a:lumMod val="76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AI and ML are used for accurate trajectory calculations and precise landing of reusable rockets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8E36F-F9DC-CFDD-A968-35C6F85539FC}"/>
              </a:ext>
            </a:extLst>
          </p:cNvPr>
          <p:cNvSpPr txBox="1"/>
          <p:nvPr/>
        </p:nvSpPr>
        <p:spPr>
          <a:xfrm>
            <a:off x="0" y="69199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200" b="1">
                <a:solidFill>
                  <a:schemeClr val="bg2">
                    <a:lumMod val="76000"/>
                  </a:schemeClr>
                </a:solidFill>
              </a:rPr>
              <a:t>TECHNOLOGICAL DEVELOPMENT</a:t>
            </a:r>
            <a:endParaRPr lang="en-IN" sz="3200" b="1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EB4BD76D-0D83-3BF9-888E-2E989874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6496" y="303903"/>
            <a:ext cx="965777" cy="96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6;p3" descr="/home/claude/origin/celeste_logo_clean.png">
            <a:extLst>
              <a:ext uri="{FF2B5EF4-FFF2-40B4-BE49-F238E27FC236}">
                <a16:creationId xmlns:a16="http://schemas.microsoft.com/office/drawing/2014/main" id="{E33CD2E1-FEDD-F1E4-AEED-DC391E9563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727" y="303903"/>
            <a:ext cx="898721" cy="811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044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5455E-7BEB-5A72-A769-583D7A4F1F5F}"/>
              </a:ext>
            </a:extLst>
          </p:cNvPr>
          <p:cNvSpPr txBox="1"/>
          <p:nvPr/>
        </p:nvSpPr>
        <p:spPr>
          <a:xfrm>
            <a:off x="0" y="470000"/>
            <a:ext cx="12191999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2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 ECONOMICS</a:t>
            </a:r>
            <a:r>
              <a:rPr lang="en-IN" sz="3200" b="1">
                <a:solidFill>
                  <a:schemeClr val="bg2">
                    <a:lumMod val="76000"/>
                  </a:schemeClr>
                </a:solidFill>
              </a:rPr>
              <a:t> FEASIBILITY </a:t>
            </a:r>
            <a:endParaRPr lang="en-IN" sz="3200" b="1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2125-9EF6-8F16-B372-DFE6DBB52BF3}"/>
              </a:ext>
            </a:extLst>
          </p:cNvPr>
          <p:cNvSpPr txBox="1"/>
          <p:nvPr/>
        </p:nvSpPr>
        <p:spPr>
          <a:xfrm>
            <a:off x="352248" y="1310807"/>
            <a:ext cx="11652096" cy="4661276"/>
          </a:xfrm>
          <a:prstGeom prst="rect">
            <a:avLst/>
          </a:prstGeom>
          <a:noFill/>
          <a:effectLst>
            <a:reflection stA="0" endPos="65000" dist="50800" dir="5400000" sy="-100000" algn="bl" rotWithShape="0"/>
          </a:effectLst>
          <a:scene3d>
            <a:camera prst="orthographicFront">
              <a:rot lat="0" lon="21599986" rev="0"/>
            </a:camera>
            <a:lightRig rig="threePt" dir="t"/>
          </a:scene3d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Cost falls with every flight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: One rocket's cost is shared across many flights, so per-launch cost       keeps falling Falcon 9's recovered boosters show this in action.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The barrier to entry is huge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: Building a reusable system demands massive upfront investment before a single saving appears.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Savings depend on demand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: works only  if there is sufficient flight rate and reliability,  a booster flown rarely, or lost to failure, erases the advantage.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Business models remain unproven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: Concepts like "Space as a Service" are promising, but the reviewed studies show the economics of RLV business models is understudied, making it a key research gap .</a:t>
            </a:r>
            <a:endParaRPr lang="en-IN" sz="2000">
              <a:solidFill>
                <a:schemeClr val="bg2">
                  <a:lumMod val="76000"/>
                </a:schemeClr>
              </a:solidFill>
              <a:latin typeface="Inter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  <a:latin typeface="Inter"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3D62C7CB-6232-AACC-88A9-4E86BFAA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4032" y="303903"/>
            <a:ext cx="848241" cy="848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6;p3" descr="/home/claude/origin/celeste_logo_clean.png">
            <a:extLst>
              <a:ext uri="{FF2B5EF4-FFF2-40B4-BE49-F238E27FC236}">
                <a16:creationId xmlns:a16="http://schemas.microsoft.com/office/drawing/2014/main" id="{FED202F0-3BE5-5423-EC03-7E391EEA51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248" y="372630"/>
            <a:ext cx="848240" cy="848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71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A00F28-8DB8-26A7-0ED5-9AA4167E6971}"/>
              </a:ext>
            </a:extLst>
          </p:cNvPr>
          <p:cNvSpPr txBox="1"/>
          <p:nvPr/>
        </p:nvSpPr>
        <p:spPr>
          <a:xfrm>
            <a:off x="0" y="565746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indent="0" algn="ctr">
              <a:buNone/>
            </a:pPr>
            <a:r>
              <a:rPr lang="en-IN" sz="3200" b="1">
                <a:solidFill>
                  <a:schemeClr val="bg2">
                    <a:lumMod val="76000"/>
                  </a:schemeClr>
                </a:solidFill>
              </a:rPr>
              <a:t>ENVIRONMENTAL</a:t>
            </a:r>
            <a:r>
              <a:rPr lang="en-IN" sz="32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 SUSTAINABLITY</a:t>
            </a:r>
            <a:endParaRPr lang="en-IN" sz="3200" b="1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FDD10-B3D6-BA09-3EE5-80A23FA558AD}"/>
              </a:ext>
            </a:extLst>
          </p:cNvPr>
          <p:cNvSpPr txBox="1"/>
          <p:nvPr/>
        </p:nvSpPr>
        <p:spPr>
          <a:xfrm>
            <a:off x="581889" y="1648354"/>
            <a:ext cx="10871201" cy="3882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Waste vs. Emissions Trade-off: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Reuse cuts manufacturing waste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,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but cheaper launches mean higher flight 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frequency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→ more in-flight 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emissions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at altitude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,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where they persist longer. Which effect dominates remains unquantified.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Orbital Debris &amp; Collision Risk: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Rising launch rates + growing 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satellite constellations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increase 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debris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risk. Mitigation (deorbiting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, graveyard orbits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) exists but is inconsistently enforced.</a:t>
            </a:r>
            <a:endParaRPr lang="en-IN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Regulation Gap: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Environmental 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and debris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issues cross borders; existing 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frameworks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 (e.g., UN guidelines) lag behind 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the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pace of industry growth. Stronger international coordination needed.</a:t>
            </a:r>
            <a:endParaRPr lang="en-IN">
              <a:solidFill>
                <a:schemeClr val="bg2">
                  <a:lumMod val="76000"/>
                </a:schemeClr>
              </a:solidFill>
            </a:endParaRP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0" i="0">
              <a:solidFill>
                <a:schemeClr val="bg2">
                  <a:lumMod val="76000"/>
                </a:schemeClr>
              </a:solidFill>
              <a:effectLst/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9C484D7F-67B9-4AC5-6C7E-F77E8BC4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512" y="303903"/>
            <a:ext cx="837761" cy="83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oogle Shape;16;p3" descr="/home/claude/origin/celeste_logo_clean.png">
            <a:extLst>
              <a:ext uri="{FF2B5EF4-FFF2-40B4-BE49-F238E27FC236}">
                <a16:creationId xmlns:a16="http://schemas.microsoft.com/office/drawing/2014/main" id="{D7D0A007-2A05-2ECB-C260-A32E1543A3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687" y="303903"/>
            <a:ext cx="837761" cy="811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45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8" descr="/home/claude/origin/celeste_logo_clea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1" y="457200"/>
            <a:ext cx="855286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3A4A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 txBox="1"/>
          <p:nvPr/>
        </p:nvSpPr>
        <p:spPr>
          <a:xfrm>
            <a:off x="621792" y="19659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658368" y="3063240"/>
            <a:ext cx="1072865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TAKE</a:t>
            </a: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AWAY AND </a:t>
            </a: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CONCLUSIONS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40A81-1DA3-C217-024F-099E3DE41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93" y="176157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E6DB0C-460F-2C87-70F7-A85764BB0842}"/>
              </a:ext>
            </a:extLst>
          </p:cNvPr>
          <p:cNvSpPr txBox="1"/>
          <p:nvPr/>
        </p:nvSpPr>
        <p:spPr>
          <a:xfrm>
            <a:off x="110652" y="528321"/>
            <a:ext cx="11767127" cy="55826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Technology: 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Progress in propulsion, thermal protection, materials, MRO, and GNC shows re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-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flight is now a demonstrated reality in operational launch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>
                <a:solidFill>
                  <a:schemeClr val="bg2">
                    <a:lumMod val="76000"/>
                  </a:schemeClr>
                </a:solidFill>
              </a:rPr>
              <a:t>Re-flight is proven, not yet routine: 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Cost-effective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 re-flight demands the right combination of 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vehicle durability, rapid refurbishment, and high launch cadence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 these must advance together for reuse to deliver its full benefits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Economics: costs fall, access widens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 </a:t>
            </a:r>
            <a:r>
              <a:rPr lang="en-IN" sz="2000">
                <a:solidFill>
                  <a:schemeClr val="bg2">
                    <a:lumMod val="76000"/>
                  </a:schemeClr>
                </a:solidFill>
              </a:rPr>
              <a:t>: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 Spreading fixed costs across flights and models like 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Space-as-a-Service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 are lowering per launch costs and opening space to more commercial, governmental, and emerging actors though high upfront investment and entry barriers persist.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Sustainability &amp; policy: 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the next frontier</a:t>
            </a:r>
            <a:r>
              <a:rPr lang="en-IN" sz="2000" b="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 Reuse cuts manufacturing waste, but rising launch rates increase in-flight emissions and pressure on the orbital environment — demanding </a:t>
            </a:r>
            <a:r>
              <a:rPr lang="en-IN" sz="2000" i="0">
                <a:solidFill>
                  <a:schemeClr val="bg2">
                    <a:lumMod val="76000"/>
                  </a:schemeClr>
                </a:solidFill>
                <a:effectLst/>
                <a:latin typeface="Arial"/>
              </a:rPr>
              <a:t>robust regulation, end-of-life disposal practices, and international (not purely national) governance frameworks</a:t>
            </a:r>
            <a:endParaRPr lang="en-IN" sz="1600" i="0">
              <a:solidFill>
                <a:schemeClr val="bg2">
                  <a:lumMod val="76000"/>
                </a:schemeClr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63612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0BA74DA5-31AB-1366-A356-016FDA24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" descr="/home/claude/origin/celeste_logo_clean.png">
            <a:extLst>
              <a:ext uri="{FF2B5EF4-FFF2-40B4-BE49-F238E27FC236}">
                <a16:creationId xmlns:a16="http://schemas.microsoft.com/office/drawing/2014/main" id="{0DB8095B-6D3C-77C5-5E2F-5F49D67D06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457200"/>
            <a:ext cx="818342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>
            <a:extLst>
              <a:ext uri="{FF2B5EF4-FFF2-40B4-BE49-F238E27FC236}">
                <a16:creationId xmlns:a16="http://schemas.microsoft.com/office/drawing/2014/main" id="{1D4F31C4-3681-6091-285C-4F040449D2D7}"/>
              </a:ext>
            </a:extLst>
          </p:cNvPr>
          <p:cNvSpPr/>
          <p:nvPr/>
        </p:nvSpPr>
        <p:spPr>
          <a:xfrm>
            <a:off x="10682935" y="457200"/>
            <a:ext cx="822960" cy="822960"/>
          </a:xfrm>
          <a:prstGeom prst="ellipse">
            <a:avLst/>
          </a:prstGeom>
          <a:noFill/>
          <a:ln w="12700" cap="flat" cmpd="sng">
            <a:solidFill>
              <a:srgbClr val="D7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70" name="Google Shape;70;p7">
            <a:extLst>
              <a:ext uri="{FF2B5EF4-FFF2-40B4-BE49-F238E27FC236}">
                <a16:creationId xmlns:a16="http://schemas.microsoft.com/office/drawing/2014/main" id="{DA3FC9C4-E674-7627-4D00-E8DD9614AF6F}"/>
              </a:ext>
            </a:extLst>
          </p:cNvPr>
          <p:cNvSpPr/>
          <p:nvPr/>
        </p:nvSpPr>
        <p:spPr>
          <a:xfrm>
            <a:off x="11353648" y="535381"/>
            <a:ext cx="74066" cy="7406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71" name="Google Shape;71;p7">
            <a:extLst>
              <a:ext uri="{FF2B5EF4-FFF2-40B4-BE49-F238E27FC236}">
                <a16:creationId xmlns:a16="http://schemas.microsoft.com/office/drawing/2014/main" id="{465F6579-DCD3-FBF2-1CFC-C943A4774555}"/>
              </a:ext>
            </a:extLst>
          </p:cNvPr>
          <p:cNvSpPr txBox="1"/>
          <p:nvPr/>
        </p:nvSpPr>
        <p:spPr>
          <a:xfrm>
            <a:off x="621792" y="1965960"/>
            <a:ext cx="2743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5400"/>
              <a:buFont typeface="Cambria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5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>
            <a:extLst>
              <a:ext uri="{FF2B5EF4-FFF2-40B4-BE49-F238E27FC236}">
                <a16:creationId xmlns:a16="http://schemas.microsoft.com/office/drawing/2014/main" id="{6F2FEECE-636A-B451-D91C-01C35CD883BB}"/>
              </a:ext>
            </a:extLst>
          </p:cNvPr>
          <p:cNvSpPr txBox="1"/>
          <p:nvPr/>
        </p:nvSpPr>
        <p:spPr>
          <a:xfrm>
            <a:off x="658368" y="3063240"/>
            <a:ext cx="10728655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11827"/>
              </a:buClr>
              <a:buSzPts val="4600"/>
            </a:pPr>
            <a:r>
              <a:rPr lang="en-US" sz="4600" b="1">
                <a:solidFill>
                  <a:srgbClr val="FFFFFF"/>
                </a:solidFill>
                <a:latin typeface="Cambria"/>
                <a:ea typeface="Cambria"/>
                <a:sym typeface="Calibri"/>
              </a:rPr>
              <a:t>APPLICATIONS AND FUTURE SCOPE</a:t>
            </a:r>
          </a:p>
        </p:txBody>
      </p:sp>
      <p:sp>
        <p:nvSpPr>
          <p:cNvPr id="74" name="Google Shape;74;p7">
            <a:extLst>
              <a:ext uri="{FF2B5EF4-FFF2-40B4-BE49-F238E27FC236}">
                <a16:creationId xmlns:a16="http://schemas.microsoft.com/office/drawing/2014/main" id="{6D63C526-7E73-6D83-5ADD-7045DF6BB263}"/>
              </a:ext>
            </a:extLst>
          </p:cNvPr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7186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ORIGIN  ·  A CELESTE RESEARCH SPRINT</a:t>
            </a:r>
            <a:endParaRPr sz="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000A5C36-AB9E-117B-AD95-7EE67F784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720" y="303903"/>
            <a:ext cx="1129553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643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8EF0-AEB0-A170-E2EB-CE460DB3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6510E-3436-83CD-C15E-CE334C2201B7}"/>
              </a:ext>
            </a:extLst>
          </p:cNvPr>
          <p:cNvSpPr txBox="1"/>
          <p:nvPr/>
        </p:nvSpPr>
        <p:spPr>
          <a:xfrm>
            <a:off x="30913" y="711201"/>
            <a:ext cx="11828578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Font typeface="Arial"/>
              <a:buChar char="•"/>
            </a:pP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Technical refinement: </a:t>
            </a:r>
            <a:r>
              <a:rPr lang="en-US" sz="2000" b="1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engines, thermal protection</a:t>
            </a: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, predictive maintenance: 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Future work must focus on refining these systems to support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high-cadence, reliable RLV operations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at scale, closing the gap between current capability and full operational reliability.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AI/ML</a:t>
            </a: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: promising, not yet proven: 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Real-time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 guidance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,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fault detection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, and predictive maintenance via machine learning are suggested as a way to close the reliability gap, though these approaches haven't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yet fully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resolved the underlying engineering challenges.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Policy &amp; sustainability: the next frontier :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Growing emissions and orbital debris demand stronger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international coordination on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environmental standards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space traffic management, and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 end-of-life protocols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— risks no single country can manage alone.</a:t>
            </a:r>
            <a:endParaRPr lang="en-IN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Narrower future reviews, deeper analysis :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Rather than covering technology, economics, and environment broadly together, future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reviews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should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focus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on a single dimension —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propulsion, MRO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processes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or launch-cost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modeling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— to allow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far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deeper 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technical and quantitative </a:t>
            </a:r>
            <a:r>
              <a:rPr lang="en-US" sz="2000" b="0" i="0" u="none" strike="noStrike" baseline="0">
                <a:solidFill>
                  <a:schemeClr val="bg2">
                    <a:lumMod val="76000"/>
                  </a:schemeClr>
                </a:solidFill>
                <a:latin typeface="Arial"/>
                <a:ea typeface="Arial"/>
                <a:cs typeface="Arial"/>
              </a:rPr>
              <a:t>analysis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.</a:t>
            </a:r>
            <a:endParaRPr lang="en-IN">
              <a:solidFill>
                <a:schemeClr val="bg2">
                  <a:lumMod val="76000"/>
                </a:schemeClr>
              </a:solidFill>
            </a:endParaRPr>
          </a:p>
          <a:p>
            <a:pPr marL="228600" indent="-228600">
              <a:buFont typeface="Arial,Sans-Serif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28600" indent="-228600">
              <a:buFont typeface="Arial,Sans-Serif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85A425CC-4C0C-A7CB-3962-7FA21E88C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3145" y="146315"/>
            <a:ext cx="736346" cy="73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16;p3" descr="/home/claude/origin/celeste_logo_clean.png">
            <a:extLst>
              <a:ext uri="{FF2B5EF4-FFF2-40B4-BE49-F238E27FC236}">
                <a16:creationId xmlns:a16="http://schemas.microsoft.com/office/drawing/2014/main" id="{256BF5F0-36C1-3473-59C1-167FEB56AF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2509" y="230469"/>
            <a:ext cx="812800" cy="736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4029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C67C-83C5-1DCD-E04C-7FE3B253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5AAF7C-7FD7-A526-5C1B-57DC57578911}"/>
              </a:ext>
            </a:extLst>
          </p:cNvPr>
          <p:cNvSpPr txBox="1"/>
          <p:nvPr/>
        </p:nvSpPr>
        <p:spPr>
          <a:xfrm>
            <a:off x="30913" y="711201"/>
            <a:ext cx="11828578" cy="59400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Global Trends as of 2026:</a:t>
            </a:r>
          </a:p>
          <a:p>
            <a:pPr>
              <a:buFont typeface="Arial"/>
              <a:buChar char="•"/>
            </a:pP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Full reusability nearing reality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: Starship is pushing toward recovering both booster and upper stage, targeting up to 100 tons to orbit; leading companies are targeting 24-hour turnarounds, treating rockets like aircraft to meet demand from mega-constellations like Starlink.</a:t>
            </a: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Blue Origin entering the race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: New Glenn is Blue Origin's answer to Falcon 9, using vertical takeoff and vertical landing (VTVL) with reusable boosters, marking serious competition to SpaceX's dominance in the reusable heavy-lift segment.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China's </a:t>
            </a:r>
            <a:r>
              <a:rPr lang="en-US" sz="2000" b="1" err="1">
                <a:solidFill>
                  <a:schemeClr val="bg2">
                    <a:lumMod val="76000"/>
                  </a:schemeClr>
                </a:solidFill>
              </a:rPr>
              <a:t>LandSpace</a:t>
            </a: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 advancing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: Zhuque-3 is China's vertical-landing reusable booster, signaling that reusability is no longer a US-exclusive capability and that China is actively catching up in commercial reusable launch technology.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Vertical integration</a:t>
            </a: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: Alongside this competition, companies are shifting toward in-house 3D printing and modular designs to make maintenance of reusable parts faster and cheaper.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>
              <a:buFont typeface="Arial"/>
              <a:buChar char="•"/>
            </a:pP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 marL="228600" indent="-228600">
              <a:buFont typeface="Arial,Sans-Serif"/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228600" indent="-228600">
              <a:buFont typeface="Arial,Sans-Serif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pic>
        <p:nvPicPr>
          <p:cNvPr id="4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32B1F5D0-B1F3-7970-A35E-FC6B5D9C4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4512" y="303903"/>
            <a:ext cx="837761" cy="83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253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E64F1-73F0-670E-C6F4-8A732917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59A15E-5F23-96F0-94B8-CF13CEF8F364}"/>
              </a:ext>
            </a:extLst>
          </p:cNvPr>
          <p:cNvSpPr txBox="1"/>
          <p:nvPr/>
        </p:nvSpPr>
        <p:spPr>
          <a:xfrm>
            <a:off x="0" y="305068"/>
            <a:ext cx="6454471" cy="62478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chemeClr val="bg2">
                    <a:lumMod val="76000"/>
                  </a:schemeClr>
                </a:solidFill>
              </a:rPr>
              <a:t>PUSHPAK: 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endParaRPr lang="en-US" sz="2000" b="1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Completed all three Landing Experiments (LEX-01 to LEX-03, 2023–2024) — autonomous runway landing under severe wind conditions, with reused flight hardware across tests.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 Pushpak launches to orbit, then re-enters and lands autonomously from real orbital velocity, validating guidance and thermal protection under true space-return conditions.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Future testing: precise land and sea landings, similar to SpaceX's Falcon 9 recoveries.</a:t>
            </a:r>
            <a:endParaRPr lang="en-US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endParaRPr lang="en-US" sz="2000">
              <a:solidFill>
                <a:schemeClr val="bg2">
                  <a:lumMod val="76000"/>
                </a:schemeClr>
              </a:solidFill>
            </a:endParaRPr>
          </a:p>
          <a:p>
            <a:pPr marL="342900" indent="-342900">
              <a:buChar char="•"/>
            </a:pPr>
            <a:r>
              <a:rPr lang="en-US" sz="2000">
                <a:solidFill>
                  <a:schemeClr val="bg2">
                    <a:lumMod val="76000"/>
                  </a:schemeClr>
                </a:solidFill>
              </a:rPr>
              <a:t>ISRO is working with national and international research institutions, with ongoing innovation in propulsion, thermal protection, and avionics remaining central to the program's success.</a:t>
            </a:r>
          </a:p>
          <a:p>
            <a:pPr marL="228600" indent="-228600">
              <a:buFont typeface="Arial"/>
              <a:buChar char="•"/>
            </a:pPr>
            <a:endParaRPr lang="en-IN" sz="2000">
              <a:solidFill>
                <a:schemeClr val="bg2">
                  <a:lumMod val="76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526C7-B1C2-7C06-E981-86F4E86B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64" r="9839" b="16920"/>
          <a:stretch>
            <a:fillRect/>
          </a:stretch>
        </p:blipFill>
        <p:spPr>
          <a:xfrm>
            <a:off x="6458648" y="2290618"/>
            <a:ext cx="5627724" cy="3010329"/>
          </a:xfrm>
          <a:prstGeom prst="rect">
            <a:avLst/>
          </a:prstGeom>
        </p:spPr>
      </p:pic>
      <p:pic>
        <p:nvPicPr>
          <p:cNvPr id="6" name="Picture 2" descr="G Narayanamma Institute of Technology and Sciences Employees, Location,  Alumni | LinkedIn">
            <a:extLst>
              <a:ext uri="{FF2B5EF4-FFF2-40B4-BE49-F238E27FC236}">
                <a16:creationId xmlns:a16="http://schemas.microsoft.com/office/drawing/2014/main" id="{3CC25AE1-E282-BFF8-6B57-3E2572D61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9752" y="303903"/>
            <a:ext cx="802521" cy="80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382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1504</Words>
  <Application>Microsoft Office PowerPoint</Application>
  <PresentationFormat>Widescreen</PresentationFormat>
  <Paragraphs>139</Paragraphs>
  <Slides>19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Arial,Sans-Serif</vt:lpstr>
      <vt:lpstr>Calibri</vt:lpstr>
      <vt:lpstr>Cambria</vt:lpstr>
      <vt:lpstr>Courier New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G.Sloka Reddy</dc:creator>
  <cp:lastModifiedBy>G.Sloka Reddy</cp:lastModifiedBy>
  <cp:revision>1</cp:revision>
  <dcterms:modified xsi:type="dcterms:W3CDTF">2026-09-16T04:57:48Z</dcterms:modified>
</cp:coreProperties>
</file>